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EF8"/>
    <a:srgbClr val="A1CFD9"/>
    <a:srgbClr val="E3E2F8"/>
    <a:srgbClr val="28BBD1"/>
    <a:srgbClr val="56BBD9"/>
    <a:srgbClr val="45A5C6"/>
    <a:srgbClr val="2B87B5"/>
    <a:srgbClr val="012660"/>
    <a:srgbClr val="194878"/>
    <a:srgbClr val="36A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05" autoAdjust="0"/>
    <p:restoredTop sz="94660"/>
  </p:normalViewPr>
  <p:slideViewPr>
    <p:cSldViewPr snapToGrid="0">
      <p:cViewPr>
        <p:scale>
          <a:sx n="150" d="100"/>
          <a:sy n="150" d="100"/>
        </p:scale>
        <p:origin x="72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2" Type="http://schemas.openxmlformats.org/officeDocument/2006/relationships/image" Target="../media/image7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5.wmf"/><Relationship Id="rId7" Type="http://schemas.openxmlformats.org/officeDocument/2006/relationships/image" Target="../media/image2.wmf"/><Relationship Id="rId2" Type="http://schemas.openxmlformats.org/officeDocument/2006/relationships/image" Target="../media/image12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10" Type="http://schemas.openxmlformats.org/officeDocument/2006/relationships/image" Target="../media/image15.wmf"/><Relationship Id="rId4" Type="http://schemas.openxmlformats.org/officeDocument/2006/relationships/image" Target="../media/image6.wmf"/><Relationship Id="rId9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5.wmf"/><Relationship Id="rId7" Type="http://schemas.openxmlformats.org/officeDocument/2006/relationships/image" Target="../media/image18.wmf"/><Relationship Id="rId2" Type="http://schemas.openxmlformats.org/officeDocument/2006/relationships/image" Target="../media/image12.wmf"/><Relationship Id="rId1" Type="http://schemas.openxmlformats.org/officeDocument/2006/relationships/image" Target="../media/image4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10" Type="http://schemas.openxmlformats.org/officeDocument/2006/relationships/image" Target="../media/image15.wmf"/><Relationship Id="rId4" Type="http://schemas.openxmlformats.org/officeDocument/2006/relationships/image" Target="../media/image6.wmf"/><Relationship Id="rId9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5.wmf"/><Relationship Id="rId7" Type="http://schemas.openxmlformats.org/officeDocument/2006/relationships/image" Target="../media/image18.wmf"/><Relationship Id="rId2" Type="http://schemas.openxmlformats.org/officeDocument/2006/relationships/image" Target="../media/image12.wmf"/><Relationship Id="rId1" Type="http://schemas.openxmlformats.org/officeDocument/2006/relationships/image" Target="../media/image4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10" Type="http://schemas.openxmlformats.org/officeDocument/2006/relationships/image" Target="../media/image15.wmf"/><Relationship Id="rId4" Type="http://schemas.openxmlformats.org/officeDocument/2006/relationships/image" Target="../media/image6.wmf"/><Relationship Id="rId9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18.wmf"/><Relationship Id="rId7" Type="http://schemas.openxmlformats.org/officeDocument/2006/relationships/image" Target="../media/image6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5.wmf"/><Relationship Id="rId5" Type="http://schemas.openxmlformats.org/officeDocument/2006/relationships/image" Target="../media/image7.wmf"/><Relationship Id="rId10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2.wmf"/><Relationship Id="rId7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17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2.wmf"/><Relationship Id="rId7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17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2.wmf"/><Relationship Id="rId7" Type="http://schemas.openxmlformats.org/officeDocument/2006/relationships/image" Target="../media/image18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17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6.wmf"/><Relationship Id="rId7" Type="http://schemas.openxmlformats.org/officeDocument/2006/relationships/image" Target="../media/image29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E67A1-86F2-4531-B86C-539AD0AF202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764E7-BEC4-495B-BB13-2488DBA2D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23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764E7-BEC4-495B-BB13-2488DBA2D62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458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764E7-BEC4-495B-BB13-2488DBA2D6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19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764E7-BEC4-495B-BB13-2488DBA2D62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025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764E7-BEC4-495B-BB13-2488DBA2D6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005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764E7-BEC4-495B-BB13-2488DBA2D62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83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C7167-66EF-4438-B1DC-36E90AF94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937D79-8098-4A5C-8532-9FFE51ED4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834745-2675-4D37-8738-11FECB41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5BD772-4046-4A71-94A1-9D5B3023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FA92E-B8E3-4258-9B3A-D218EDA3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061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F49E9-F900-470C-9F9E-0FE59CB5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B2211-D567-4079-B7C0-B65C6C599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0ADFBC-1654-4CC5-9D6A-4996A6F7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D86F2D-7D80-4CF7-8AEE-D7CBCD7D6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722FC7-B596-41BF-B085-5BB8AFD5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31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8BEF3C-608E-4C72-BB84-204299234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0BBDBA-2FE0-4CF1-A966-9A8E409D6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646144-E01C-4F5C-B904-17644F48B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F97BF-82BD-4FC3-828B-3C84272B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ACFE6E-DDF4-48A8-ADDA-8E73956C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57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10EE3-074B-4D92-8182-BD5B22D54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45E184-17F3-44B5-B69F-6BC35B347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58FFF5-D8C4-48CE-9783-D97E0F0DF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7E1AE6-ADB4-4D2B-B7E7-8EB70784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DC7EFC-3F31-4AE8-B37E-7FA7B347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12BE93-3FDB-4279-9D5C-E16C00BB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25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D20A6-DF06-43D3-B694-74CF26F4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041492-5D65-4EAB-B729-002F19EFB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21833F-903A-484F-9D48-FE9DCF659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E92681-1121-480B-8F9E-1B5C167F6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AD3E63-950A-4337-B2C6-440200AFB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987C086-A053-42F0-B1AB-2A6F01B8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FDC6F0-CB57-42B9-AB6F-217482EED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9659B8-A0CE-4A21-BA04-8F95C896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96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FBDE9-CFC3-490D-96CC-BE0F2D5E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757772-488D-4F63-B5A9-43C32ADC2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630C36-FC8A-4329-B18E-AF329308E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B0E0B2-9EE7-4BE9-BB6F-7F37FE6F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24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F1C555-EA8D-4952-AFF5-24AC51E6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7E4B79-BD46-49C0-A7FB-FC29A62F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DC4A5-C579-4C95-89D5-4625C810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65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D5F6D-3D44-492E-B4AD-1B776FF6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99B4B-261C-483F-AA9E-AFEAF8DAD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37E470-C9F7-4899-81AA-094406765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F66D77-CC97-4EC2-A7FA-BBC0EDD8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AC98D8-72D0-4353-93BC-A1E3C609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771939-5EC6-4097-8922-FFBE005E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56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51198-EEA3-4CE6-9951-643B777C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90510E-D9C1-4991-ABB3-A9DF93D7D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E1C69F-3180-4D1A-B45B-3156504F3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2081FC-1357-40E1-AB15-F7AB1229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1748CF-13C8-4C31-8B07-AF10C75E2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2C11C9-7944-4777-B3B4-B80FDDCF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76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19A539-124D-4BE7-B526-862DF20C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0DD163-DAA5-42C0-BEA0-6D0298614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911B83-D90E-4874-BA92-7D5369FBF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22314A-C645-4478-92FB-54C041C3A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B9414A-0C2A-4DC4-BBFE-75DE54CF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327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82C454-631B-4AAD-9CEB-374849117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8FD391-10A3-4EC4-93D7-90BE1556E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674131-3EE2-4E0C-8FD3-FE79688E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F69566-F7F2-4B5B-BC5C-04F2B5C27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FAED7C-D979-40F0-977F-94F90513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75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23619F-DCD4-4861-886C-E35D8026D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F53C27-C626-42ED-B569-9F10F6FCE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87AC4-D976-40DF-9DE4-3FAB62EFC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CC888-6561-4E5E-9C43-AB0CB87659C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843174-747B-4228-B1C9-9279BAEDC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67231-D269-4BF2-9712-560A58C3D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F5435-03FE-406E-A03D-1885B3EDD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75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.wmf"/><Relationship Id="rId20" Type="http://schemas.openxmlformats.org/officeDocument/2006/relationships/image" Target="../media/image1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4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6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5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4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24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6.wmf"/><Relationship Id="rId5" Type="http://schemas.openxmlformats.org/officeDocument/2006/relationships/image" Target="../media/image4.wmf"/><Relationship Id="rId15" Type="http://schemas.openxmlformats.org/officeDocument/2006/relationships/image" Target="../media/image17.wmf"/><Relationship Id="rId23" Type="http://schemas.openxmlformats.org/officeDocument/2006/relationships/image" Target="../media/image15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2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23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4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18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24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6.wmf"/><Relationship Id="rId5" Type="http://schemas.openxmlformats.org/officeDocument/2006/relationships/image" Target="../media/image4.wmf"/><Relationship Id="rId15" Type="http://schemas.openxmlformats.org/officeDocument/2006/relationships/image" Target="../media/image17.wmf"/><Relationship Id="rId23" Type="http://schemas.openxmlformats.org/officeDocument/2006/relationships/image" Target="../media/image15.w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13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4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1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5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.wmf"/><Relationship Id="rId5" Type="http://schemas.openxmlformats.org/officeDocument/2006/relationships/image" Target="../media/image16.wmf"/><Relationship Id="rId15" Type="http://schemas.openxmlformats.org/officeDocument/2006/relationships/image" Target="../media/image5.wmf"/><Relationship Id="rId23" Type="http://schemas.openxmlformats.org/officeDocument/2006/relationships/image" Target="../media/image19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0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8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56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55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6.wmf"/><Relationship Id="rId5" Type="http://schemas.openxmlformats.org/officeDocument/2006/relationships/image" Target="../media/image4.wmf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30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5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A4C94B5C-C4F4-4814-B715-A8C2C818DD11}"/>
              </a:ext>
            </a:extLst>
          </p:cNvPr>
          <p:cNvSpPr/>
          <p:nvPr/>
        </p:nvSpPr>
        <p:spPr>
          <a:xfrm>
            <a:off x="1154266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0B56D-E5FD-4ED5-9B09-9F68468D6FDC}"/>
              </a:ext>
            </a:extLst>
          </p:cNvPr>
          <p:cNvSpPr/>
          <p:nvPr/>
        </p:nvSpPr>
        <p:spPr>
          <a:xfrm>
            <a:off x="1656155" y="716242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75FAD3-4E53-4E58-8EDA-4D4C9CA7E0D4}"/>
              </a:ext>
            </a:extLst>
          </p:cNvPr>
          <p:cNvSpPr/>
          <p:nvPr/>
        </p:nvSpPr>
        <p:spPr>
          <a:xfrm>
            <a:off x="2158044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EC7D1D-DB04-4038-8EDE-4C0E2F94C958}"/>
              </a:ext>
            </a:extLst>
          </p:cNvPr>
          <p:cNvSpPr/>
          <p:nvPr/>
        </p:nvSpPr>
        <p:spPr>
          <a:xfrm>
            <a:off x="2659933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B190B1-00A3-4EE4-BD78-038CC9ED16C6}"/>
              </a:ext>
            </a:extLst>
          </p:cNvPr>
          <p:cNvSpPr/>
          <p:nvPr/>
        </p:nvSpPr>
        <p:spPr>
          <a:xfrm>
            <a:off x="1154266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08DB6-107A-45C6-BFAF-0C0DC09AEDF9}"/>
              </a:ext>
            </a:extLst>
          </p:cNvPr>
          <p:cNvSpPr/>
          <p:nvPr/>
        </p:nvSpPr>
        <p:spPr>
          <a:xfrm>
            <a:off x="1656155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6364EA-0756-4B12-8E1E-621A17E36F2B}"/>
              </a:ext>
            </a:extLst>
          </p:cNvPr>
          <p:cNvSpPr/>
          <p:nvPr/>
        </p:nvSpPr>
        <p:spPr>
          <a:xfrm>
            <a:off x="2158044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08FA55-B522-497C-9AB3-68AAF734E71E}"/>
              </a:ext>
            </a:extLst>
          </p:cNvPr>
          <p:cNvSpPr/>
          <p:nvPr/>
        </p:nvSpPr>
        <p:spPr>
          <a:xfrm>
            <a:off x="2659933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9819F-96BF-4CFA-9FFB-C54E86106910}"/>
              </a:ext>
            </a:extLst>
          </p:cNvPr>
          <p:cNvSpPr/>
          <p:nvPr/>
        </p:nvSpPr>
        <p:spPr>
          <a:xfrm>
            <a:off x="1154266" y="173377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669D45-EC38-4E75-8651-31BB6F4378A0}"/>
              </a:ext>
            </a:extLst>
          </p:cNvPr>
          <p:cNvSpPr/>
          <p:nvPr/>
        </p:nvSpPr>
        <p:spPr>
          <a:xfrm>
            <a:off x="1656155" y="173377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751E5-238A-49C4-A63F-94827F43ADFF}"/>
              </a:ext>
            </a:extLst>
          </p:cNvPr>
          <p:cNvSpPr/>
          <p:nvPr/>
        </p:nvSpPr>
        <p:spPr>
          <a:xfrm>
            <a:off x="2158044" y="173377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8AAEDB-F7C1-4C71-9F2B-022DCC3C1622}"/>
              </a:ext>
            </a:extLst>
          </p:cNvPr>
          <p:cNvSpPr/>
          <p:nvPr/>
        </p:nvSpPr>
        <p:spPr>
          <a:xfrm>
            <a:off x="2659933" y="173377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C0F32B7-857C-484B-B690-CF5947E3D3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601156"/>
              </p:ext>
            </p:extLst>
          </p:nvPr>
        </p:nvGraphicFramePr>
        <p:xfrm>
          <a:off x="1280633" y="398145"/>
          <a:ext cx="18811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Equation" r:id="rId3" imgW="1384200" imgH="241200" progId="Equation.DSMT4">
                  <p:embed/>
                </p:oleObj>
              </mc:Choice>
              <mc:Fallback>
                <p:oleObj name="Equation" r:id="rId3" imgW="13842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0633" y="398145"/>
                        <a:ext cx="1881188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837161"/>
              </p:ext>
            </p:extLst>
          </p:nvPr>
        </p:nvGraphicFramePr>
        <p:xfrm>
          <a:off x="1499933" y="2253889"/>
          <a:ext cx="1399617" cy="230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5" imgW="1231560" imgH="203040" progId="Equation.DSMT4">
                  <p:embed/>
                </p:oleObj>
              </mc:Choice>
              <mc:Fallback>
                <p:oleObj name="Equation" r:id="rId5" imgW="123156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99933" y="2253889"/>
                        <a:ext cx="1399617" cy="230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0A9ECF9E-DD05-4760-B474-9D0F52D8790A}"/>
              </a:ext>
            </a:extLst>
          </p:cNvPr>
          <p:cNvCxnSpPr>
            <a:cxnSpLocks/>
          </p:cNvCxnSpPr>
          <p:nvPr/>
        </p:nvCxnSpPr>
        <p:spPr>
          <a:xfrm>
            <a:off x="3161821" y="1489077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0F966785-5635-49BB-BB82-303F82A26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901142"/>
              </p:ext>
            </p:extLst>
          </p:nvPr>
        </p:nvGraphicFramePr>
        <p:xfrm>
          <a:off x="3663709" y="1185616"/>
          <a:ext cx="2915182" cy="548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7" imgW="2209680" imgH="419040" progId="Equation.DSMT4">
                  <p:embed/>
                </p:oleObj>
              </mc:Choice>
              <mc:Fallback>
                <p:oleObj name="Equation" r:id="rId7" imgW="2209680" imgH="41904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69B7CC23-4247-4279-808A-1C741AFB47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63709" y="1185616"/>
                        <a:ext cx="2915182" cy="548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9C22BBED-808B-41F0-8BEA-DC2EFC483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570827"/>
              </p:ext>
            </p:extLst>
          </p:nvPr>
        </p:nvGraphicFramePr>
        <p:xfrm>
          <a:off x="916161" y="780287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Equation" r:id="rId9" imgW="152280" imgH="228600" progId="Equation.DSMT4">
                  <p:embed/>
                </p:oleObj>
              </mc:Choice>
              <mc:Fallback>
                <p:oleObj name="Equation" r:id="rId9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6161" y="780287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5D25A10D-5BCE-4B2A-B7F8-E00FC7089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826452"/>
              </p:ext>
            </p:extLst>
          </p:nvPr>
        </p:nvGraphicFramePr>
        <p:xfrm>
          <a:off x="908866" y="1289048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Equation" r:id="rId11" imgW="164880" imgH="228600" progId="Equation.DSMT4">
                  <p:embed/>
                </p:oleObj>
              </mc:Choice>
              <mc:Fallback>
                <p:oleObj name="Equation" r:id="rId11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8866" y="1289048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A9348EFF-38AE-4D1E-A7F2-F8CB53AD8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619257"/>
              </p:ext>
            </p:extLst>
          </p:nvPr>
        </p:nvGraphicFramePr>
        <p:xfrm>
          <a:off x="904188" y="1797810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Equation" r:id="rId13" imgW="164880" imgH="228600" progId="Equation.DSMT4">
                  <p:embed/>
                </p:oleObj>
              </mc:Choice>
              <mc:Fallback>
                <p:oleObj name="Equation" r:id="rId13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4188" y="1797810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AE1121CB-FC3A-4D59-9DD0-CD50E6E5CEEE}"/>
              </a:ext>
            </a:extLst>
          </p:cNvPr>
          <p:cNvSpPr/>
          <p:nvPr/>
        </p:nvSpPr>
        <p:spPr>
          <a:xfrm>
            <a:off x="1154264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631CD7-AFBD-4C30-A60F-1119E3829723}"/>
              </a:ext>
            </a:extLst>
          </p:cNvPr>
          <p:cNvSpPr/>
          <p:nvPr/>
        </p:nvSpPr>
        <p:spPr>
          <a:xfrm>
            <a:off x="1656153" y="716242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965E27-CE26-4194-BB19-2683A3AF5AD8}"/>
              </a:ext>
            </a:extLst>
          </p:cNvPr>
          <p:cNvSpPr/>
          <p:nvPr/>
        </p:nvSpPr>
        <p:spPr>
          <a:xfrm>
            <a:off x="2158042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B9B00D-AFBA-4F94-AA85-491763D71E5C}"/>
              </a:ext>
            </a:extLst>
          </p:cNvPr>
          <p:cNvSpPr/>
          <p:nvPr/>
        </p:nvSpPr>
        <p:spPr>
          <a:xfrm>
            <a:off x="2659931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7048F1-6FA4-4B54-8459-BA11E2023A80}"/>
              </a:ext>
            </a:extLst>
          </p:cNvPr>
          <p:cNvSpPr/>
          <p:nvPr/>
        </p:nvSpPr>
        <p:spPr>
          <a:xfrm>
            <a:off x="1154264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2B0A948-A04F-40BE-BECA-E3B9CFB3766F}"/>
              </a:ext>
            </a:extLst>
          </p:cNvPr>
          <p:cNvSpPr/>
          <p:nvPr/>
        </p:nvSpPr>
        <p:spPr>
          <a:xfrm>
            <a:off x="1656153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C67A7F3-7A70-4896-A210-1AD7D69D3BE8}"/>
              </a:ext>
            </a:extLst>
          </p:cNvPr>
          <p:cNvSpPr/>
          <p:nvPr/>
        </p:nvSpPr>
        <p:spPr>
          <a:xfrm>
            <a:off x="2158042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2075FBD-83AE-4088-AC7D-10640F409C09}"/>
              </a:ext>
            </a:extLst>
          </p:cNvPr>
          <p:cNvSpPr/>
          <p:nvPr/>
        </p:nvSpPr>
        <p:spPr>
          <a:xfrm>
            <a:off x="2659931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6755DD4-BC20-451A-94FC-F1758B721F96}"/>
              </a:ext>
            </a:extLst>
          </p:cNvPr>
          <p:cNvSpPr/>
          <p:nvPr/>
        </p:nvSpPr>
        <p:spPr>
          <a:xfrm>
            <a:off x="1154264" y="173377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29C4E11-C7FE-444D-984C-5565CC51CAD1}"/>
              </a:ext>
            </a:extLst>
          </p:cNvPr>
          <p:cNvSpPr/>
          <p:nvPr/>
        </p:nvSpPr>
        <p:spPr>
          <a:xfrm>
            <a:off x="1656153" y="173377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5C95C7-752E-4357-A77D-FD9EB69BBAD0}"/>
              </a:ext>
            </a:extLst>
          </p:cNvPr>
          <p:cNvSpPr/>
          <p:nvPr/>
        </p:nvSpPr>
        <p:spPr>
          <a:xfrm>
            <a:off x="2158042" y="173377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A61D33D-4701-45F6-9AF8-1AC0F68BDC17}"/>
              </a:ext>
            </a:extLst>
          </p:cNvPr>
          <p:cNvSpPr/>
          <p:nvPr/>
        </p:nvSpPr>
        <p:spPr>
          <a:xfrm>
            <a:off x="2659931" y="173377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45D564-D1EA-4DAB-9EBA-503A519F1277}"/>
              </a:ext>
            </a:extLst>
          </p:cNvPr>
          <p:cNvSpPr/>
          <p:nvPr/>
        </p:nvSpPr>
        <p:spPr>
          <a:xfrm>
            <a:off x="1154264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D5FEB92-56D0-4966-AE11-169B16BFA565}"/>
              </a:ext>
            </a:extLst>
          </p:cNvPr>
          <p:cNvSpPr/>
          <p:nvPr/>
        </p:nvSpPr>
        <p:spPr>
          <a:xfrm>
            <a:off x="1656153" y="716242"/>
            <a:ext cx="501889" cy="508764"/>
          </a:xfrm>
          <a:prstGeom prst="rect">
            <a:avLst/>
          </a:prstGeom>
          <a:solidFill>
            <a:srgbClr val="5FB7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EF54726-BECC-4293-A9F0-4CD9EC329C6D}"/>
              </a:ext>
            </a:extLst>
          </p:cNvPr>
          <p:cNvSpPr/>
          <p:nvPr/>
        </p:nvSpPr>
        <p:spPr>
          <a:xfrm>
            <a:off x="2158042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83B9C15-8DC6-4491-AC94-FE92AB736277}"/>
              </a:ext>
            </a:extLst>
          </p:cNvPr>
          <p:cNvSpPr/>
          <p:nvPr/>
        </p:nvSpPr>
        <p:spPr>
          <a:xfrm>
            <a:off x="2659931" y="71624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7E2F877-91D6-4591-9833-6DD380268F8A}"/>
              </a:ext>
            </a:extLst>
          </p:cNvPr>
          <p:cNvSpPr/>
          <p:nvPr/>
        </p:nvSpPr>
        <p:spPr>
          <a:xfrm>
            <a:off x="1154264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4D53B2E-9FB3-4BFE-AC2E-B52273A75A99}"/>
              </a:ext>
            </a:extLst>
          </p:cNvPr>
          <p:cNvSpPr/>
          <p:nvPr/>
        </p:nvSpPr>
        <p:spPr>
          <a:xfrm>
            <a:off x="1656153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FB9D6F2-B23F-49D8-9869-2570759D5BE7}"/>
              </a:ext>
            </a:extLst>
          </p:cNvPr>
          <p:cNvSpPr/>
          <p:nvPr/>
        </p:nvSpPr>
        <p:spPr>
          <a:xfrm>
            <a:off x="2158042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2E42DD7-B9A9-4B2D-81B4-884A0B99B2F4}"/>
              </a:ext>
            </a:extLst>
          </p:cNvPr>
          <p:cNvSpPr/>
          <p:nvPr/>
        </p:nvSpPr>
        <p:spPr>
          <a:xfrm>
            <a:off x="2659931" y="122500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B64F22E-D0AD-4BA9-B24F-8308BE04D2A6}"/>
              </a:ext>
            </a:extLst>
          </p:cNvPr>
          <p:cNvSpPr/>
          <p:nvPr/>
        </p:nvSpPr>
        <p:spPr>
          <a:xfrm>
            <a:off x="1154264" y="173377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C00D73F-DDDE-4FFC-AE07-5DF591BCCACA}"/>
              </a:ext>
            </a:extLst>
          </p:cNvPr>
          <p:cNvSpPr/>
          <p:nvPr/>
        </p:nvSpPr>
        <p:spPr>
          <a:xfrm>
            <a:off x="1656153" y="173377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CFFAC70-E671-4358-A980-8CB60B9FBD24}"/>
              </a:ext>
            </a:extLst>
          </p:cNvPr>
          <p:cNvSpPr/>
          <p:nvPr/>
        </p:nvSpPr>
        <p:spPr>
          <a:xfrm>
            <a:off x="2158042" y="173377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72B56E5-C81E-48A9-B489-F548586B27AF}"/>
              </a:ext>
            </a:extLst>
          </p:cNvPr>
          <p:cNvSpPr/>
          <p:nvPr/>
        </p:nvSpPr>
        <p:spPr>
          <a:xfrm>
            <a:off x="2659931" y="1733770"/>
            <a:ext cx="501889" cy="508764"/>
          </a:xfrm>
          <a:prstGeom prst="rect">
            <a:avLst/>
          </a:prstGeom>
          <a:solidFill>
            <a:srgbClr val="164C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5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1258159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1760048" y="797522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2261937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2763826" y="797522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1258159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1760048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2261937" y="130628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2763826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1258159" y="181505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1760048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2261937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2763826" y="181505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DEE31-F277-479B-AF1C-9779D7EFB2F2}"/>
              </a:ext>
            </a:extLst>
          </p:cNvPr>
          <p:cNvSpPr/>
          <p:nvPr/>
        </p:nvSpPr>
        <p:spPr>
          <a:xfrm>
            <a:off x="3365727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3C76CC-58B1-4BD4-A4EF-6A491546EF99}"/>
              </a:ext>
            </a:extLst>
          </p:cNvPr>
          <p:cNvSpPr/>
          <p:nvPr/>
        </p:nvSpPr>
        <p:spPr>
          <a:xfrm>
            <a:off x="3867616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B1479-F514-4FD1-861D-916B6AD948DD}"/>
              </a:ext>
            </a:extLst>
          </p:cNvPr>
          <p:cNvSpPr/>
          <p:nvPr/>
        </p:nvSpPr>
        <p:spPr>
          <a:xfrm>
            <a:off x="4369505" y="797522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1152F4-E465-49E7-8420-E1E363ACE515}"/>
              </a:ext>
            </a:extLst>
          </p:cNvPr>
          <p:cNvSpPr/>
          <p:nvPr/>
        </p:nvSpPr>
        <p:spPr>
          <a:xfrm>
            <a:off x="4871394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4769A-C275-4E72-9525-74C2E31FE4CD}"/>
              </a:ext>
            </a:extLst>
          </p:cNvPr>
          <p:cNvSpPr/>
          <p:nvPr/>
        </p:nvSpPr>
        <p:spPr>
          <a:xfrm>
            <a:off x="3365727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8B738E-9DE6-4434-87CA-F78C1CFF81FC}"/>
              </a:ext>
            </a:extLst>
          </p:cNvPr>
          <p:cNvSpPr/>
          <p:nvPr/>
        </p:nvSpPr>
        <p:spPr>
          <a:xfrm>
            <a:off x="3867616" y="130628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F384E-0CE8-4B03-A354-DA46E05BF23C}"/>
              </a:ext>
            </a:extLst>
          </p:cNvPr>
          <p:cNvSpPr/>
          <p:nvPr/>
        </p:nvSpPr>
        <p:spPr>
          <a:xfrm>
            <a:off x="4369505" y="130628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C6324-C4D6-444C-926D-51FF7139A849}"/>
              </a:ext>
            </a:extLst>
          </p:cNvPr>
          <p:cNvSpPr/>
          <p:nvPr/>
        </p:nvSpPr>
        <p:spPr>
          <a:xfrm>
            <a:off x="4871394" y="130628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00694E-E012-4B89-90DD-31817B8F5517}"/>
              </a:ext>
            </a:extLst>
          </p:cNvPr>
          <p:cNvSpPr/>
          <p:nvPr/>
        </p:nvSpPr>
        <p:spPr>
          <a:xfrm>
            <a:off x="3365727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F2BA9F-1448-418B-A48C-1AD311F997C5}"/>
              </a:ext>
            </a:extLst>
          </p:cNvPr>
          <p:cNvSpPr/>
          <p:nvPr/>
        </p:nvSpPr>
        <p:spPr>
          <a:xfrm>
            <a:off x="3867616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7E72F3-F616-4C53-B99F-6E31FD25BE3C}"/>
              </a:ext>
            </a:extLst>
          </p:cNvPr>
          <p:cNvSpPr/>
          <p:nvPr/>
        </p:nvSpPr>
        <p:spPr>
          <a:xfrm>
            <a:off x="4369505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632EB-BD2A-48A1-AC90-0A4FFAAB0614}"/>
              </a:ext>
            </a:extLst>
          </p:cNvPr>
          <p:cNvSpPr/>
          <p:nvPr/>
        </p:nvSpPr>
        <p:spPr>
          <a:xfrm>
            <a:off x="4871394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C94B5C-C4F4-4814-B715-A8C2C818DD11}"/>
              </a:ext>
            </a:extLst>
          </p:cNvPr>
          <p:cNvSpPr/>
          <p:nvPr/>
        </p:nvSpPr>
        <p:spPr>
          <a:xfrm>
            <a:off x="5477346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0B56D-E5FD-4ED5-9B09-9F68468D6FDC}"/>
              </a:ext>
            </a:extLst>
          </p:cNvPr>
          <p:cNvSpPr/>
          <p:nvPr/>
        </p:nvSpPr>
        <p:spPr>
          <a:xfrm>
            <a:off x="5979235" y="797522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75FAD3-4E53-4E58-8EDA-4D4C9CA7E0D4}"/>
              </a:ext>
            </a:extLst>
          </p:cNvPr>
          <p:cNvSpPr/>
          <p:nvPr/>
        </p:nvSpPr>
        <p:spPr>
          <a:xfrm>
            <a:off x="6481124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EC7D1D-DB04-4038-8EDE-4C0E2F94C958}"/>
              </a:ext>
            </a:extLst>
          </p:cNvPr>
          <p:cNvSpPr/>
          <p:nvPr/>
        </p:nvSpPr>
        <p:spPr>
          <a:xfrm>
            <a:off x="6983013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B190B1-00A3-4EE4-BD78-038CC9ED16C6}"/>
              </a:ext>
            </a:extLst>
          </p:cNvPr>
          <p:cNvSpPr/>
          <p:nvPr/>
        </p:nvSpPr>
        <p:spPr>
          <a:xfrm>
            <a:off x="5477346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08DB6-107A-45C6-BFAF-0C0DC09AEDF9}"/>
              </a:ext>
            </a:extLst>
          </p:cNvPr>
          <p:cNvSpPr/>
          <p:nvPr/>
        </p:nvSpPr>
        <p:spPr>
          <a:xfrm>
            <a:off x="5979235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6364EA-0756-4B12-8E1E-621A17E36F2B}"/>
              </a:ext>
            </a:extLst>
          </p:cNvPr>
          <p:cNvSpPr/>
          <p:nvPr/>
        </p:nvSpPr>
        <p:spPr>
          <a:xfrm>
            <a:off x="6481124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08FA55-B522-497C-9AB3-68AAF734E71E}"/>
              </a:ext>
            </a:extLst>
          </p:cNvPr>
          <p:cNvSpPr/>
          <p:nvPr/>
        </p:nvSpPr>
        <p:spPr>
          <a:xfrm>
            <a:off x="6983013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9819F-96BF-4CFA-9FFB-C54E86106910}"/>
              </a:ext>
            </a:extLst>
          </p:cNvPr>
          <p:cNvSpPr/>
          <p:nvPr/>
        </p:nvSpPr>
        <p:spPr>
          <a:xfrm>
            <a:off x="5477346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669D45-EC38-4E75-8651-31BB6F4378A0}"/>
              </a:ext>
            </a:extLst>
          </p:cNvPr>
          <p:cNvSpPr/>
          <p:nvPr/>
        </p:nvSpPr>
        <p:spPr>
          <a:xfrm>
            <a:off x="5979235" y="181505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751E5-238A-49C4-A63F-94827F43ADFF}"/>
              </a:ext>
            </a:extLst>
          </p:cNvPr>
          <p:cNvSpPr/>
          <p:nvPr/>
        </p:nvSpPr>
        <p:spPr>
          <a:xfrm>
            <a:off x="6481124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8AAEDB-F7C1-4C71-9F2B-022DCC3C1622}"/>
              </a:ext>
            </a:extLst>
          </p:cNvPr>
          <p:cNvSpPr/>
          <p:nvPr/>
        </p:nvSpPr>
        <p:spPr>
          <a:xfrm>
            <a:off x="6983013" y="181505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86B8B2D-19AE-4CDB-B899-4412FBE47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7519" y="881247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Equation" r:id="rId3" imgW="152280" imgH="228600" progId="Equation.DSMT4">
                  <p:embed/>
                </p:oleObj>
              </mc:Choice>
              <mc:Fallback>
                <p:oleObj name="Equation" r:id="rId3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7519" y="881247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C0F32B7-857C-484B-B690-CF5947E3D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3713" y="479425"/>
          <a:ext cx="18811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" name="Equation" r:id="rId5" imgW="1384200" imgH="241200" progId="Equation.DSMT4">
                  <p:embed/>
                </p:oleObj>
              </mc:Choice>
              <mc:Fallback>
                <p:oleObj name="Equation" r:id="rId5" imgW="13842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03713" y="479425"/>
                        <a:ext cx="1881188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46504AD-0C84-4CC8-AB06-E0594D68B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224" y="1390008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30224" y="1390008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D998D3FF-FEEE-4916-BB81-AE56FB926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5546" y="1898770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4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25546" y="1898770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09E1607-F275-4E67-BDA9-1EC1CAD4C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9713" y="2324100"/>
          <a:ext cx="1536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5" name="Equation" r:id="rId11" imgW="1231560" imgH="203040" progId="Equation.DSMT4">
                  <p:embed/>
                </p:oleObj>
              </mc:Choice>
              <mc:Fallback>
                <p:oleObj name="Equation" r:id="rId11" imgW="1231560" imgH="2030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09E1607-F275-4E67-BDA9-1EC1CAD4C6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09713" y="2324100"/>
                        <a:ext cx="1536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7D4F9671-E837-44C0-8DCE-B69138353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7438" y="2314575"/>
          <a:ext cx="1484312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6" name="Equation" r:id="rId13" imgW="1231560" imgH="203040" progId="Equation.DSMT4">
                  <p:embed/>
                </p:oleObj>
              </mc:Choice>
              <mc:Fallback>
                <p:oleObj name="Equation" r:id="rId13" imgW="1231560" imgH="2030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7D4F9671-E837-44C0-8DCE-B6913835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27438" y="2314575"/>
                        <a:ext cx="1484312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2950" y="2335213"/>
          <a:ext cx="1400175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7" name="Equation" r:id="rId15" imgW="1231560" imgH="203040" progId="Equation.DSMT4">
                  <p:embed/>
                </p:oleObj>
              </mc:Choice>
              <mc:Fallback>
                <p:oleObj name="Equation" r:id="rId15" imgW="123156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22950" y="2335213"/>
                        <a:ext cx="1400175" cy="230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135CC8E-1583-427A-9913-250B32CFF1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1821" y="490734"/>
          <a:ext cx="1788279" cy="30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8" name="Equation" r:id="rId17" imgW="1396800" imgH="241200" progId="Equation.DSMT4">
                  <p:embed/>
                </p:oleObj>
              </mc:Choice>
              <mc:Fallback>
                <p:oleObj name="Equation" r:id="rId17" imgW="1396800" imgH="2412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135CC8E-1583-427A-9913-250B32CFF1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21821" y="490734"/>
                        <a:ext cx="1788279" cy="308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83110E7-ECBD-40C7-9C1E-98E72CA2CF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8256" y="490734"/>
          <a:ext cx="1795054" cy="324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" name="Equation" r:id="rId19" imgW="1333440" imgH="241200" progId="Equation.DSMT4">
                  <p:embed/>
                </p:oleObj>
              </mc:Choice>
              <mc:Fallback>
                <p:oleObj name="Equation" r:id="rId19" imgW="1333440" imgH="2412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83110E7-ECBD-40C7-9C1E-98E72CA2C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88256" y="490734"/>
                        <a:ext cx="1795054" cy="324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矩形 47">
            <a:extLst>
              <a:ext uri="{FF2B5EF4-FFF2-40B4-BE49-F238E27FC236}">
                <a16:creationId xmlns:a16="http://schemas.microsoft.com/office/drawing/2014/main" id="{1A9D08EB-9222-407C-8F86-B29437F78085}"/>
              </a:ext>
            </a:extLst>
          </p:cNvPr>
          <p:cNvSpPr/>
          <p:nvPr/>
        </p:nvSpPr>
        <p:spPr>
          <a:xfrm>
            <a:off x="1263321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CA57EA9-4AF8-41F9-A362-A7772DFB1C60}"/>
              </a:ext>
            </a:extLst>
          </p:cNvPr>
          <p:cNvSpPr/>
          <p:nvPr/>
        </p:nvSpPr>
        <p:spPr>
          <a:xfrm>
            <a:off x="1765210" y="797522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17DDAFA-B9B5-4B56-861F-AFC38C44BAC8}"/>
              </a:ext>
            </a:extLst>
          </p:cNvPr>
          <p:cNvSpPr/>
          <p:nvPr/>
        </p:nvSpPr>
        <p:spPr>
          <a:xfrm>
            <a:off x="2267099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AC36F7F-D03E-4CBA-B823-FBDB5656E131}"/>
              </a:ext>
            </a:extLst>
          </p:cNvPr>
          <p:cNvSpPr/>
          <p:nvPr/>
        </p:nvSpPr>
        <p:spPr>
          <a:xfrm>
            <a:off x="2768988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53F226A-C2B9-44F8-933F-49A70ECF3C8A}"/>
              </a:ext>
            </a:extLst>
          </p:cNvPr>
          <p:cNvSpPr/>
          <p:nvPr/>
        </p:nvSpPr>
        <p:spPr>
          <a:xfrm>
            <a:off x="1263321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4E93BCF-0E6A-48F9-BD57-27B31EB3EF59}"/>
              </a:ext>
            </a:extLst>
          </p:cNvPr>
          <p:cNvSpPr/>
          <p:nvPr/>
        </p:nvSpPr>
        <p:spPr>
          <a:xfrm>
            <a:off x="1765210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F0C2314-2F44-4E48-9184-ECB752A4C7C6}"/>
              </a:ext>
            </a:extLst>
          </p:cNvPr>
          <p:cNvSpPr/>
          <p:nvPr/>
        </p:nvSpPr>
        <p:spPr>
          <a:xfrm>
            <a:off x="2267099" y="1306286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C98A3DA-F819-44F5-B902-D06E0018ABA5}"/>
              </a:ext>
            </a:extLst>
          </p:cNvPr>
          <p:cNvSpPr/>
          <p:nvPr/>
        </p:nvSpPr>
        <p:spPr>
          <a:xfrm>
            <a:off x="2768988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45A98C5-2B59-48FF-9EFC-7D602DA2D8B0}"/>
              </a:ext>
            </a:extLst>
          </p:cNvPr>
          <p:cNvSpPr/>
          <p:nvPr/>
        </p:nvSpPr>
        <p:spPr>
          <a:xfrm>
            <a:off x="1263321" y="1815050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7DF8AE6-E20E-4BAD-A4D1-1BDCA7D99269}"/>
              </a:ext>
            </a:extLst>
          </p:cNvPr>
          <p:cNvSpPr/>
          <p:nvPr/>
        </p:nvSpPr>
        <p:spPr>
          <a:xfrm>
            <a:off x="1765210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F8A2242-D72B-4506-93B4-163F115A802F}"/>
              </a:ext>
            </a:extLst>
          </p:cNvPr>
          <p:cNvSpPr/>
          <p:nvPr/>
        </p:nvSpPr>
        <p:spPr>
          <a:xfrm>
            <a:off x="2267099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4810EBB-71AF-469E-AAF0-018BA09B37BE}"/>
              </a:ext>
            </a:extLst>
          </p:cNvPr>
          <p:cNvSpPr/>
          <p:nvPr/>
        </p:nvSpPr>
        <p:spPr>
          <a:xfrm>
            <a:off x="2768988" y="1815050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88E8A52-FDFA-4DB7-AFED-8C9AA48BD226}"/>
              </a:ext>
            </a:extLst>
          </p:cNvPr>
          <p:cNvSpPr/>
          <p:nvPr/>
        </p:nvSpPr>
        <p:spPr>
          <a:xfrm>
            <a:off x="3369778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629E1DA-C4F4-4EEE-BC40-CE8982B92A84}"/>
              </a:ext>
            </a:extLst>
          </p:cNvPr>
          <p:cNvSpPr/>
          <p:nvPr/>
        </p:nvSpPr>
        <p:spPr>
          <a:xfrm>
            <a:off x="3871667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60DC516-4E4B-42D7-9604-5C237519B767}"/>
              </a:ext>
            </a:extLst>
          </p:cNvPr>
          <p:cNvSpPr/>
          <p:nvPr/>
        </p:nvSpPr>
        <p:spPr>
          <a:xfrm>
            <a:off x="4373556" y="797522"/>
            <a:ext cx="501889" cy="508764"/>
          </a:xfrm>
          <a:prstGeom prst="rect">
            <a:avLst/>
          </a:prstGeom>
          <a:solidFill>
            <a:srgbClr val="1A5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460FC51-D4CC-4526-B610-BFC02FF5F57D}"/>
              </a:ext>
            </a:extLst>
          </p:cNvPr>
          <p:cNvSpPr/>
          <p:nvPr/>
        </p:nvSpPr>
        <p:spPr>
          <a:xfrm>
            <a:off x="4875445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35EFBDC-B044-4C63-ACAE-DF46B37B735D}"/>
              </a:ext>
            </a:extLst>
          </p:cNvPr>
          <p:cNvSpPr/>
          <p:nvPr/>
        </p:nvSpPr>
        <p:spPr>
          <a:xfrm>
            <a:off x="3369778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C9BCEDD-CC8B-4E14-903A-249C67FE45B8}"/>
              </a:ext>
            </a:extLst>
          </p:cNvPr>
          <p:cNvSpPr/>
          <p:nvPr/>
        </p:nvSpPr>
        <p:spPr>
          <a:xfrm>
            <a:off x="3871667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38803B2-6453-4F26-AA3E-F69D2C085B1A}"/>
              </a:ext>
            </a:extLst>
          </p:cNvPr>
          <p:cNvSpPr/>
          <p:nvPr/>
        </p:nvSpPr>
        <p:spPr>
          <a:xfrm>
            <a:off x="4373556" y="1306286"/>
            <a:ext cx="501889" cy="508764"/>
          </a:xfrm>
          <a:prstGeom prst="rect">
            <a:avLst/>
          </a:prstGeom>
          <a:solidFill>
            <a:srgbClr val="194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631F211-3528-42A2-8ED9-413F5A6932FC}"/>
              </a:ext>
            </a:extLst>
          </p:cNvPr>
          <p:cNvSpPr/>
          <p:nvPr/>
        </p:nvSpPr>
        <p:spPr>
          <a:xfrm>
            <a:off x="4875445" y="130628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8BE1DC6-9789-47F0-8943-67B9977F3E58}"/>
              </a:ext>
            </a:extLst>
          </p:cNvPr>
          <p:cNvSpPr/>
          <p:nvPr/>
        </p:nvSpPr>
        <p:spPr>
          <a:xfrm>
            <a:off x="3369778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60F981F-E123-488E-A000-1B4B1BDB51DF}"/>
              </a:ext>
            </a:extLst>
          </p:cNvPr>
          <p:cNvSpPr/>
          <p:nvPr/>
        </p:nvSpPr>
        <p:spPr>
          <a:xfrm>
            <a:off x="3871667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99A6A09E-E5BC-4E10-A137-D1635F986877}"/>
              </a:ext>
            </a:extLst>
          </p:cNvPr>
          <p:cNvSpPr/>
          <p:nvPr/>
        </p:nvSpPr>
        <p:spPr>
          <a:xfrm>
            <a:off x="4373556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4796421-4039-46D2-A351-E8644B0C48E3}"/>
              </a:ext>
            </a:extLst>
          </p:cNvPr>
          <p:cNvSpPr/>
          <p:nvPr/>
        </p:nvSpPr>
        <p:spPr>
          <a:xfrm>
            <a:off x="4875445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3BC6B65-CE77-4E8C-BE81-05CF26672F1F}"/>
              </a:ext>
            </a:extLst>
          </p:cNvPr>
          <p:cNvSpPr/>
          <p:nvPr/>
        </p:nvSpPr>
        <p:spPr>
          <a:xfrm>
            <a:off x="5477346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D2FBD34-34FA-48A9-96F4-76A1690D1F75}"/>
              </a:ext>
            </a:extLst>
          </p:cNvPr>
          <p:cNvSpPr/>
          <p:nvPr/>
        </p:nvSpPr>
        <p:spPr>
          <a:xfrm>
            <a:off x="5979235" y="797522"/>
            <a:ext cx="501889" cy="508764"/>
          </a:xfrm>
          <a:prstGeom prst="rect">
            <a:avLst/>
          </a:prstGeom>
          <a:solidFill>
            <a:srgbClr val="5FB7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47EA872-87FB-4EBF-BA7A-9ABE3105E1EF}"/>
              </a:ext>
            </a:extLst>
          </p:cNvPr>
          <p:cNvSpPr/>
          <p:nvPr/>
        </p:nvSpPr>
        <p:spPr>
          <a:xfrm>
            <a:off x="6481124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FAA561D-0588-4CAF-A724-9084DE94418E}"/>
              </a:ext>
            </a:extLst>
          </p:cNvPr>
          <p:cNvSpPr/>
          <p:nvPr/>
        </p:nvSpPr>
        <p:spPr>
          <a:xfrm>
            <a:off x="6983013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052F1D8-5EE9-4181-8E00-7FEDF7F03008}"/>
              </a:ext>
            </a:extLst>
          </p:cNvPr>
          <p:cNvSpPr/>
          <p:nvPr/>
        </p:nvSpPr>
        <p:spPr>
          <a:xfrm>
            <a:off x="5477346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8C6B901-1158-4E37-83C6-6B8A550C14EC}"/>
              </a:ext>
            </a:extLst>
          </p:cNvPr>
          <p:cNvSpPr/>
          <p:nvPr/>
        </p:nvSpPr>
        <p:spPr>
          <a:xfrm>
            <a:off x="5979235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BB889F0-6900-49AA-9DA3-577A040239BE}"/>
              </a:ext>
            </a:extLst>
          </p:cNvPr>
          <p:cNvSpPr/>
          <p:nvPr/>
        </p:nvSpPr>
        <p:spPr>
          <a:xfrm>
            <a:off x="6481124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0A817DC-C217-43A3-88F1-6E7A67CC1231}"/>
              </a:ext>
            </a:extLst>
          </p:cNvPr>
          <p:cNvSpPr/>
          <p:nvPr/>
        </p:nvSpPr>
        <p:spPr>
          <a:xfrm>
            <a:off x="6983013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1DC629A2-D7C7-4219-8D4E-63CBCE46A77C}"/>
              </a:ext>
            </a:extLst>
          </p:cNvPr>
          <p:cNvSpPr/>
          <p:nvPr/>
        </p:nvSpPr>
        <p:spPr>
          <a:xfrm>
            <a:off x="5477346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9B13906-3EE3-49AC-A8DB-F74DF9B9C1E4}"/>
              </a:ext>
            </a:extLst>
          </p:cNvPr>
          <p:cNvSpPr/>
          <p:nvPr/>
        </p:nvSpPr>
        <p:spPr>
          <a:xfrm>
            <a:off x="5979235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11F72F5-EF1C-4505-AFA7-FA1CFFC7BF4F}"/>
              </a:ext>
            </a:extLst>
          </p:cNvPr>
          <p:cNvSpPr/>
          <p:nvPr/>
        </p:nvSpPr>
        <p:spPr>
          <a:xfrm>
            <a:off x="6481124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66484CD-288E-4228-B7D3-8EFB43F2C964}"/>
              </a:ext>
            </a:extLst>
          </p:cNvPr>
          <p:cNvSpPr/>
          <p:nvPr/>
        </p:nvSpPr>
        <p:spPr>
          <a:xfrm>
            <a:off x="6983013" y="1815050"/>
            <a:ext cx="501889" cy="508764"/>
          </a:xfrm>
          <a:prstGeom prst="rect">
            <a:avLst/>
          </a:prstGeom>
          <a:solidFill>
            <a:srgbClr val="164C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35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1258159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1760048" y="797522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2261937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2763826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1258159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1760048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2261937" y="1306286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2763826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1258159" y="1815050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1760048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2261937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2763826" y="1815050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DEE31-F277-479B-AF1C-9779D7EFB2F2}"/>
              </a:ext>
            </a:extLst>
          </p:cNvPr>
          <p:cNvSpPr/>
          <p:nvPr/>
        </p:nvSpPr>
        <p:spPr>
          <a:xfrm>
            <a:off x="3265715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3C76CC-58B1-4BD4-A4EF-6A491546EF99}"/>
              </a:ext>
            </a:extLst>
          </p:cNvPr>
          <p:cNvSpPr/>
          <p:nvPr/>
        </p:nvSpPr>
        <p:spPr>
          <a:xfrm>
            <a:off x="3767604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B1479-F514-4FD1-861D-916B6AD948DD}"/>
              </a:ext>
            </a:extLst>
          </p:cNvPr>
          <p:cNvSpPr/>
          <p:nvPr/>
        </p:nvSpPr>
        <p:spPr>
          <a:xfrm>
            <a:off x="4269493" y="797522"/>
            <a:ext cx="501889" cy="508764"/>
          </a:xfrm>
          <a:prstGeom prst="rect">
            <a:avLst/>
          </a:prstGeom>
          <a:solidFill>
            <a:srgbClr val="1A5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1152F4-E465-49E7-8420-E1E363ACE515}"/>
              </a:ext>
            </a:extLst>
          </p:cNvPr>
          <p:cNvSpPr/>
          <p:nvPr/>
        </p:nvSpPr>
        <p:spPr>
          <a:xfrm>
            <a:off x="4771382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4769A-C275-4E72-9525-74C2E31FE4CD}"/>
              </a:ext>
            </a:extLst>
          </p:cNvPr>
          <p:cNvSpPr/>
          <p:nvPr/>
        </p:nvSpPr>
        <p:spPr>
          <a:xfrm>
            <a:off x="3265715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8B738E-9DE6-4434-87CA-F78C1CFF81FC}"/>
              </a:ext>
            </a:extLst>
          </p:cNvPr>
          <p:cNvSpPr/>
          <p:nvPr/>
        </p:nvSpPr>
        <p:spPr>
          <a:xfrm>
            <a:off x="3767604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F384E-0CE8-4B03-A354-DA46E05BF23C}"/>
              </a:ext>
            </a:extLst>
          </p:cNvPr>
          <p:cNvSpPr/>
          <p:nvPr/>
        </p:nvSpPr>
        <p:spPr>
          <a:xfrm>
            <a:off x="4269493" y="1306286"/>
            <a:ext cx="501889" cy="508764"/>
          </a:xfrm>
          <a:prstGeom prst="rect">
            <a:avLst/>
          </a:prstGeom>
          <a:solidFill>
            <a:srgbClr val="194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C6324-C4D6-444C-926D-51FF7139A849}"/>
              </a:ext>
            </a:extLst>
          </p:cNvPr>
          <p:cNvSpPr/>
          <p:nvPr/>
        </p:nvSpPr>
        <p:spPr>
          <a:xfrm>
            <a:off x="4771382" y="130628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00694E-E012-4B89-90DD-31817B8F5517}"/>
              </a:ext>
            </a:extLst>
          </p:cNvPr>
          <p:cNvSpPr/>
          <p:nvPr/>
        </p:nvSpPr>
        <p:spPr>
          <a:xfrm>
            <a:off x="3265715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F2BA9F-1448-418B-A48C-1AD311F997C5}"/>
              </a:ext>
            </a:extLst>
          </p:cNvPr>
          <p:cNvSpPr/>
          <p:nvPr/>
        </p:nvSpPr>
        <p:spPr>
          <a:xfrm>
            <a:off x="3767604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7E72F3-F616-4C53-B99F-6E31FD25BE3C}"/>
              </a:ext>
            </a:extLst>
          </p:cNvPr>
          <p:cNvSpPr/>
          <p:nvPr/>
        </p:nvSpPr>
        <p:spPr>
          <a:xfrm>
            <a:off x="4269493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632EB-BD2A-48A1-AC90-0A4FFAAB0614}"/>
              </a:ext>
            </a:extLst>
          </p:cNvPr>
          <p:cNvSpPr/>
          <p:nvPr/>
        </p:nvSpPr>
        <p:spPr>
          <a:xfrm>
            <a:off x="4771382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C94B5C-C4F4-4814-B715-A8C2C818DD11}"/>
              </a:ext>
            </a:extLst>
          </p:cNvPr>
          <p:cNvSpPr/>
          <p:nvPr/>
        </p:nvSpPr>
        <p:spPr>
          <a:xfrm>
            <a:off x="5273271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0B56D-E5FD-4ED5-9B09-9F68468D6FDC}"/>
              </a:ext>
            </a:extLst>
          </p:cNvPr>
          <p:cNvSpPr/>
          <p:nvPr/>
        </p:nvSpPr>
        <p:spPr>
          <a:xfrm>
            <a:off x="5775160" y="797522"/>
            <a:ext cx="501889" cy="508764"/>
          </a:xfrm>
          <a:prstGeom prst="rect">
            <a:avLst/>
          </a:prstGeom>
          <a:solidFill>
            <a:srgbClr val="5FB7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75FAD3-4E53-4E58-8EDA-4D4C9CA7E0D4}"/>
              </a:ext>
            </a:extLst>
          </p:cNvPr>
          <p:cNvSpPr/>
          <p:nvPr/>
        </p:nvSpPr>
        <p:spPr>
          <a:xfrm>
            <a:off x="6277049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EC7D1D-DB04-4038-8EDE-4C0E2F94C958}"/>
              </a:ext>
            </a:extLst>
          </p:cNvPr>
          <p:cNvSpPr/>
          <p:nvPr/>
        </p:nvSpPr>
        <p:spPr>
          <a:xfrm>
            <a:off x="6778938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B190B1-00A3-4EE4-BD78-038CC9ED16C6}"/>
              </a:ext>
            </a:extLst>
          </p:cNvPr>
          <p:cNvSpPr/>
          <p:nvPr/>
        </p:nvSpPr>
        <p:spPr>
          <a:xfrm>
            <a:off x="5273271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08DB6-107A-45C6-BFAF-0C0DC09AEDF9}"/>
              </a:ext>
            </a:extLst>
          </p:cNvPr>
          <p:cNvSpPr/>
          <p:nvPr/>
        </p:nvSpPr>
        <p:spPr>
          <a:xfrm>
            <a:off x="5775160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6364EA-0756-4B12-8E1E-621A17E36F2B}"/>
              </a:ext>
            </a:extLst>
          </p:cNvPr>
          <p:cNvSpPr/>
          <p:nvPr/>
        </p:nvSpPr>
        <p:spPr>
          <a:xfrm>
            <a:off x="6277049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08FA55-B522-497C-9AB3-68AAF734E71E}"/>
              </a:ext>
            </a:extLst>
          </p:cNvPr>
          <p:cNvSpPr/>
          <p:nvPr/>
        </p:nvSpPr>
        <p:spPr>
          <a:xfrm>
            <a:off x="6778938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9819F-96BF-4CFA-9FFB-C54E86106910}"/>
              </a:ext>
            </a:extLst>
          </p:cNvPr>
          <p:cNvSpPr/>
          <p:nvPr/>
        </p:nvSpPr>
        <p:spPr>
          <a:xfrm>
            <a:off x="5273271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669D45-EC38-4E75-8651-31BB6F4378A0}"/>
              </a:ext>
            </a:extLst>
          </p:cNvPr>
          <p:cNvSpPr/>
          <p:nvPr/>
        </p:nvSpPr>
        <p:spPr>
          <a:xfrm>
            <a:off x="5775160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751E5-238A-49C4-A63F-94827F43ADFF}"/>
              </a:ext>
            </a:extLst>
          </p:cNvPr>
          <p:cNvSpPr/>
          <p:nvPr/>
        </p:nvSpPr>
        <p:spPr>
          <a:xfrm>
            <a:off x="6277049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8AAEDB-F7C1-4C71-9F2B-022DCC3C1622}"/>
              </a:ext>
            </a:extLst>
          </p:cNvPr>
          <p:cNvSpPr/>
          <p:nvPr/>
        </p:nvSpPr>
        <p:spPr>
          <a:xfrm>
            <a:off x="6778938" y="1815050"/>
            <a:ext cx="501889" cy="508764"/>
          </a:xfrm>
          <a:prstGeom prst="rect">
            <a:avLst/>
          </a:prstGeom>
          <a:solidFill>
            <a:srgbClr val="164C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86B8B2D-19AE-4CDB-B899-4412FBE47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7519" y="881247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7519" y="881247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C0F32B7-857C-484B-B690-CF5947E3D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7982" y="480174"/>
          <a:ext cx="5902845" cy="327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Equation" r:id="rId6" imgW="4343400" imgH="241200" progId="Equation.DSMT4">
                  <p:embed/>
                </p:oleObj>
              </mc:Choice>
              <mc:Fallback>
                <p:oleObj name="Equation" r:id="rId6" imgW="43434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7982" y="480174"/>
                        <a:ext cx="5902845" cy="327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46504AD-0C84-4CC8-AB06-E0594D68B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224" y="1390008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7" name="Equation" r:id="rId8" imgW="164880" imgH="228600" progId="Equation.DSMT4">
                  <p:embed/>
                </p:oleObj>
              </mc:Choice>
              <mc:Fallback>
                <p:oleObj name="Equation" r:id="rId8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30224" y="1390008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D998D3FF-FEEE-4916-BB81-AE56FB926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5546" y="1898770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10" imgW="164880" imgH="228600" progId="Equation.DSMT4">
                  <p:embed/>
                </p:oleObj>
              </mc:Choice>
              <mc:Fallback>
                <p:oleObj name="Equation" r:id="rId10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25546" y="1898770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1C8D191-C27B-4FED-80B2-BA8012CCA06C}"/>
              </a:ext>
            </a:extLst>
          </p:cNvPr>
          <p:cNvCxnSpPr>
            <a:cxnSpLocks/>
          </p:cNvCxnSpPr>
          <p:nvPr/>
        </p:nvCxnSpPr>
        <p:spPr>
          <a:xfrm>
            <a:off x="3265715" y="495300"/>
            <a:ext cx="0" cy="20633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E246CB-E883-43B2-BEE1-62368365D6D9}"/>
              </a:ext>
            </a:extLst>
          </p:cNvPr>
          <p:cNvCxnSpPr>
            <a:cxnSpLocks/>
          </p:cNvCxnSpPr>
          <p:nvPr/>
        </p:nvCxnSpPr>
        <p:spPr>
          <a:xfrm>
            <a:off x="5273271" y="495300"/>
            <a:ext cx="0" cy="20684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09E1607-F275-4E67-BDA9-1EC1CAD4C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735806"/>
              </p:ext>
            </p:extLst>
          </p:nvPr>
        </p:nvGraphicFramePr>
        <p:xfrm>
          <a:off x="1634869" y="2323815"/>
          <a:ext cx="1411545" cy="232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Equation" r:id="rId12" imgW="1231560" imgH="203040" progId="Equation.DSMT4">
                  <p:embed/>
                </p:oleObj>
              </mc:Choice>
              <mc:Fallback>
                <p:oleObj name="Equation" r:id="rId12" imgW="1231560" imgH="2030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09E1607-F275-4E67-BDA9-1EC1CAD4C6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34869" y="2323815"/>
                        <a:ext cx="1411545" cy="2328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7D4F9671-E837-44C0-8DCE-B691383539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339642"/>
              </p:ext>
            </p:extLst>
          </p:nvPr>
        </p:nvGraphicFramePr>
        <p:xfrm>
          <a:off x="3527983" y="2314077"/>
          <a:ext cx="1527492" cy="251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" name="Equation" r:id="rId14" imgW="1231560" imgH="203040" progId="Equation.DSMT4">
                  <p:embed/>
                </p:oleObj>
              </mc:Choice>
              <mc:Fallback>
                <p:oleObj name="Equation" r:id="rId14" imgW="1231560" imgH="2030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7D4F9671-E837-44C0-8DCE-B6913835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27983" y="2314077"/>
                        <a:ext cx="1527492" cy="2519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971667"/>
              </p:ext>
            </p:extLst>
          </p:nvPr>
        </p:nvGraphicFramePr>
        <p:xfrm>
          <a:off x="5618938" y="2335169"/>
          <a:ext cx="1445401" cy="238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" name="Equation" r:id="rId16" imgW="1231560" imgH="203040" progId="Equation.DSMT4">
                  <p:embed/>
                </p:oleObj>
              </mc:Choice>
              <mc:Fallback>
                <p:oleObj name="Equation" r:id="rId16" imgW="123156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18938" y="2335169"/>
                        <a:ext cx="1445401" cy="2384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0AD2AF9-65EB-4664-AE20-CDC9C8AB5A8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7280827" y="1051904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F0F13033-B51C-4D51-BE11-5EB613795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2715" y="894925"/>
          <a:ext cx="830501" cy="285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" name="Equation" r:id="rId18" imgW="660240" imgH="228600" progId="Equation.DSMT4">
                  <p:embed/>
                </p:oleObj>
              </mc:Choice>
              <mc:Fallback>
                <p:oleObj name="Equation" r:id="rId18" imgW="660240" imgH="22860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F0F13033-B51C-4D51-BE11-5EB613795E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782715" y="894925"/>
                        <a:ext cx="830501" cy="285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92F5202-7283-4096-A705-0424C3DB3FE0}"/>
              </a:ext>
            </a:extLst>
          </p:cNvPr>
          <p:cNvCxnSpPr>
            <a:cxnSpLocks/>
          </p:cNvCxnSpPr>
          <p:nvPr/>
        </p:nvCxnSpPr>
        <p:spPr>
          <a:xfrm>
            <a:off x="7280826" y="1565277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69B7CC23-4247-4279-808A-1C741AFB47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6050" y="1408113"/>
          <a:ext cx="863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" name="Equation" r:id="rId20" imgW="685800" imgH="228600" progId="Equation.DSMT4">
                  <p:embed/>
                </p:oleObj>
              </mc:Choice>
              <mc:Fallback>
                <p:oleObj name="Equation" r:id="rId20" imgW="685800" imgH="22860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69B7CC23-4247-4279-808A-1C741AFB47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766050" y="1408113"/>
                        <a:ext cx="863600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4ED4B79-4914-45D0-AB61-139AECBFF595}"/>
              </a:ext>
            </a:extLst>
          </p:cNvPr>
          <p:cNvCxnSpPr>
            <a:cxnSpLocks/>
          </p:cNvCxnSpPr>
          <p:nvPr/>
        </p:nvCxnSpPr>
        <p:spPr>
          <a:xfrm>
            <a:off x="7280826" y="2076922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E969FA6F-3E35-448B-936B-1478450F7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3988" y="1919288"/>
          <a:ext cx="8477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" name="Equation" r:id="rId22" imgW="672840" imgH="228600" progId="Equation.DSMT4">
                  <p:embed/>
                </p:oleObj>
              </mc:Choice>
              <mc:Fallback>
                <p:oleObj name="Equation" r:id="rId22" imgW="672840" imgH="2286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E969FA6F-3E35-448B-936B-1478450F77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773988" y="1919288"/>
                        <a:ext cx="8477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7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1258159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1760048" y="797522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2261937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2763826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1258159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1760048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2261937" y="1306286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2763826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1258159" y="1815050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1760048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2261937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2763826" y="1815050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DEE31-F277-479B-AF1C-9779D7EFB2F2}"/>
              </a:ext>
            </a:extLst>
          </p:cNvPr>
          <p:cNvSpPr/>
          <p:nvPr/>
        </p:nvSpPr>
        <p:spPr>
          <a:xfrm>
            <a:off x="3265715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3C76CC-58B1-4BD4-A4EF-6A491546EF99}"/>
              </a:ext>
            </a:extLst>
          </p:cNvPr>
          <p:cNvSpPr/>
          <p:nvPr/>
        </p:nvSpPr>
        <p:spPr>
          <a:xfrm>
            <a:off x="3767604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B1479-F514-4FD1-861D-916B6AD948DD}"/>
              </a:ext>
            </a:extLst>
          </p:cNvPr>
          <p:cNvSpPr/>
          <p:nvPr/>
        </p:nvSpPr>
        <p:spPr>
          <a:xfrm>
            <a:off x="4269493" y="797522"/>
            <a:ext cx="501889" cy="508764"/>
          </a:xfrm>
          <a:prstGeom prst="rect">
            <a:avLst/>
          </a:prstGeom>
          <a:solidFill>
            <a:srgbClr val="1A5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1152F4-E465-49E7-8420-E1E363ACE515}"/>
              </a:ext>
            </a:extLst>
          </p:cNvPr>
          <p:cNvSpPr/>
          <p:nvPr/>
        </p:nvSpPr>
        <p:spPr>
          <a:xfrm>
            <a:off x="4771382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4769A-C275-4E72-9525-74C2E31FE4CD}"/>
              </a:ext>
            </a:extLst>
          </p:cNvPr>
          <p:cNvSpPr/>
          <p:nvPr/>
        </p:nvSpPr>
        <p:spPr>
          <a:xfrm>
            <a:off x="3265715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8B738E-9DE6-4434-87CA-F78C1CFF81FC}"/>
              </a:ext>
            </a:extLst>
          </p:cNvPr>
          <p:cNvSpPr/>
          <p:nvPr/>
        </p:nvSpPr>
        <p:spPr>
          <a:xfrm>
            <a:off x="3767604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F384E-0CE8-4B03-A354-DA46E05BF23C}"/>
              </a:ext>
            </a:extLst>
          </p:cNvPr>
          <p:cNvSpPr/>
          <p:nvPr/>
        </p:nvSpPr>
        <p:spPr>
          <a:xfrm>
            <a:off x="4269493" y="1306286"/>
            <a:ext cx="501889" cy="508764"/>
          </a:xfrm>
          <a:prstGeom prst="rect">
            <a:avLst/>
          </a:prstGeom>
          <a:solidFill>
            <a:srgbClr val="194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C6324-C4D6-444C-926D-51FF7139A849}"/>
              </a:ext>
            </a:extLst>
          </p:cNvPr>
          <p:cNvSpPr/>
          <p:nvPr/>
        </p:nvSpPr>
        <p:spPr>
          <a:xfrm>
            <a:off x="4771382" y="130628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00694E-E012-4B89-90DD-31817B8F5517}"/>
              </a:ext>
            </a:extLst>
          </p:cNvPr>
          <p:cNvSpPr/>
          <p:nvPr/>
        </p:nvSpPr>
        <p:spPr>
          <a:xfrm>
            <a:off x="3265715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F2BA9F-1448-418B-A48C-1AD311F997C5}"/>
              </a:ext>
            </a:extLst>
          </p:cNvPr>
          <p:cNvSpPr/>
          <p:nvPr/>
        </p:nvSpPr>
        <p:spPr>
          <a:xfrm>
            <a:off x="3767604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7E72F3-F616-4C53-B99F-6E31FD25BE3C}"/>
              </a:ext>
            </a:extLst>
          </p:cNvPr>
          <p:cNvSpPr/>
          <p:nvPr/>
        </p:nvSpPr>
        <p:spPr>
          <a:xfrm>
            <a:off x="4269493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632EB-BD2A-48A1-AC90-0A4FFAAB0614}"/>
              </a:ext>
            </a:extLst>
          </p:cNvPr>
          <p:cNvSpPr/>
          <p:nvPr/>
        </p:nvSpPr>
        <p:spPr>
          <a:xfrm>
            <a:off x="4771382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C94B5C-C4F4-4814-B715-A8C2C818DD11}"/>
              </a:ext>
            </a:extLst>
          </p:cNvPr>
          <p:cNvSpPr/>
          <p:nvPr/>
        </p:nvSpPr>
        <p:spPr>
          <a:xfrm>
            <a:off x="5273271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0B56D-E5FD-4ED5-9B09-9F68468D6FDC}"/>
              </a:ext>
            </a:extLst>
          </p:cNvPr>
          <p:cNvSpPr/>
          <p:nvPr/>
        </p:nvSpPr>
        <p:spPr>
          <a:xfrm>
            <a:off x="5775160" y="797522"/>
            <a:ext cx="501889" cy="508764"/>
          </a:xfrm>
          <a:prstGeom prst="rect">
            <a:avLst/>
          </a:prstGeom>
          <a:solidFill>
            <a:srgbClr val="5FB7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75FAD3-4E53-4E58-8EDA-4D4C9CA7E0D4}"/>
              </a:ext>
            </a:extLst>
          </p:cNvPr>
          <p:cNvSpPr/>
          <p:nvPr/>
        </p:nvSpPr>
        <p:spPr>
          <a:xfrm>
            <a:off x="6277049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EC7D1D-DB04-4038-8EDE-4C0E2F94C958}"/>
              </a:ext>
            </a:extLst>
          </p:cNvPr>
          <p:cNvSpPr/>
          <p:nvPr/>
        </p:nvSpPr>
        <p:spPr>
          <a:xfrm>
            <a:off x="6778938" y="79752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B190B1-00A3-4EE4-BD78-038CC9ED16C6}"/>
              </a:ext>
            </a:extLst>
          </p:cNvPr>
          <p:cNvSpPr/>
          <p:nvPr/>
        </p:nvSpPr>
        <p:spPr>
          <a:xfrm>
            <a:off x="5273271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08DB6-107A-45C6-BFAF-0C0DC09AEDF9}"/>
              </a:ext>
            </a:extLst>
          </p:cNvPr>
          <p:cNvSpPr/>
          <p:nvPr/>
        </p:nvSpPr>
        <p:spPr>
          <a:xfrm>
            <a:off x="5775160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6364EA-0756-4B12-8E1E-621A17E36F2B}"/>
              </a:ext>
            </a:extLst>
          </p:cNvPr>
          <p:cNvSpPr/>
          <p:nvPr/>
        </p:nvSpPr>
        <p:spPr>
          <a:xfrm>
            <a:off x="6277049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08FA55-B522-497C-9AB3-68AAF734E71E}"/>
              </a:ext>
            </a:extLst>
          </p:cNvPr>
          <p:cNvSpPr/>
          <p:nvPr/>
        </p:nvSpPr>
        <p:spPr>
          <a:xfrm>
            <a:off x="6778938" y="130628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9819F-96BF-4CFA-9FFB-C54E86106910}"/>
              </a:ext>
            </a:extLst>
          </p:cNvPr>
          <p:cNvSpPr/>
          <p:nvPr/>
        </p:nvSpPr>
        <p:spPr>
          <a:xfrm>
            <a:off x="5273271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669D45-EC38-4E75-8651-31BB6F4378A0}"/>
              </a:ext>
            </a:extLst>
          </p:cNvPr>
          <p:cNvSpPr/>
          <p:nvPr/>
        </p:nvSpPr>
        <p:spPr>
          <a:xfrm>
            <a:off x="5775160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751E5-238A-49C4-A63F-94827F43ADFF}"/>
              </a:ext>
            </a:extLst>
          </p:cNvPr>
          <p:cNvSpPr/>
          <p:nvPr/>
        </p:nvSpPr>
        <p:spPr>
          <a:xfrm>
            <a:off x="6277049" y="181505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8AAEDB-F7C1-4C71-9F2B-022DCC3C1622}"/>
              </a:ext>
            </a:extLst>
          </p:cNvPr>
          <p:cNvSpPr/>
          <p:nvPr/>
        </p:nvSpPr>
        <p:spPr>
          <a:xfrm>
            <a:off x="6778938" y="1815050"/>
            <a:ext cx="501889" cy="508764"/>
          </a:xfrm>
          <a:prstGeom prst="rect">
            <a:avLst/>
          </a:prstGeom>
          <a:solidFill>
            <a:srgbClr val="164C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86B8B2D-19AE-4CDB-B899-4412FBE47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7519" y="881247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"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7519" y="881247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C0F32B7-857C-484B-B690-CF5947E3D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7982" y="480174"/>
          <a:ext cx="5902845" cy="327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Equation" r:id="rId6" imgW="4343400" imgH="241200" progId="Equation.DSMT4">
                  <p:embed/>
                </p:oleObj>
              </mc:Choice>
              <mc:Fallback>
                <p:oleObj name="Equation" r:id="rId6" imgW="43434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7982" y="480174"/>
                        <a:ext cx="5902845" cy="327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46504AD-0C84-4CC8-AB06-E0594D68B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224" y="1390008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8" imgW="164880" imgH="228600" progId="Equation.DSMT4">
                  <p:embed/>
                </p:oleObj>
              </mc:Choice>
              <mc:Fallback>
                <p:oleObj name="Equation" r:id="rId8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30224" y="1390008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D998D3FF-FEEE-4916-BB81-AE56FB926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5546" y="1898770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Equation" r:id="rId10" imgW="164880" imgH="228600" progId="Equation.DSMT4">
                  <p:embed/>
                </p:oleObj>
              </mc:Choice>
              <mc:Fallback>
                <p:oleObj name="Equation" r:id="rId10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25546" y="1898770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1C8D191-C27B-4FED-80B2-BA8012CCA06C}"/>
              </a:ext>
            </a:extLst>
          </p:cNvPr>
          <p:cNvCxnSpPr>
            <a:cxnSpLocks/>
          </p:cNvCxnSpPr>
          <p:nvPr/>
        </p:nvCxnSpPr>
        <p:spPr>
          <a:xfrm>
            <a:off x="3265715" y="495300"/>
            <a:ext cx="0" cy="20633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E246CB-E883-43B2-BEE1-62368365D6D9}"/>
              </a:ext>
            </a:extLst>
          </p:cNvPr>
          <p:cNvCxnSpPr>
            <a:cxnSpLocks/>
          </p:cNvCxnSpPr>
          <p:nvPr/>
        </p:nvCxnSpPr>
        <p:spPr>
          <a:xfrm>
            <a:off x="5273271" y="495300"/>
            <a:ext cx="0" cy="20684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09E1607-F275-4E67-BDA9-1EC1CAD4C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56927"/>
              </p:ext>
            </p:extLst>
          </p:nvPr>
        </p:nvGraphicFramePr>
        <p:xfrm>
          <a:off x="1897063" y="2324100"/>
          <a:ext cx="887412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Equation" r:id="rId12" imgW="774360" imgH="203040" progId="Equation.DSMT4">
                  <p:embed/>
                </p:oleObj>
              </mc:Choice>
              <mc:Fallback>
                <p:oleObj name="Equation" r:id="rId12" imgW="774360" imgH="2030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09E1607-F275-4E67-BDA9-1EC1CAD4C6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97063" y="2324100"/>
                        <a:ext cx="887412" cy="23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7D4F9671-E837-44C0-8DCE-B691383539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34370"/>
              </p:ext>
            </p:extLst>
          </p:nvPr>
        </p:nvGraphicFramePr>
        <p:xfrm>
          <a:off x="3794125" y="2314575"/>
          <a:ext cx="99377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Equation" r:id="rId14" imgW="799920" imgH="203040" progId="Equation.DSMT4">
                  <p:embed/>
                </p:oleObj>
              </mc:Choice>
              <mc:Fallback>
                <p:oleObj name="Equation" r:id="rId14" imgW="799920" imgH="2030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7D4F9671-E837-44C0-8DCE-B6913835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94125" y="2314575"/>
                        <a:ext cx="993775" cy="25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027626"/>
              </p:ext>
            </p:extLst>
          </p:nvPr>
        </p:nvGraphicFramePr>
        <p:xfrm>
          <a:off x="5872163" y="2335213"/>
          <a:ext cx="938212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Equation" r:id="rId16" imgW="799920" imgH="203040" progId="Equation.DSMT4">
                  <p:embed/>
                </p:oleObj>
              </mc:Choice>
              <mc:Fallback>
                <p:oleObj name="Equation" r:id="rId16" imgW="79992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872163" y="2335213"/>
                        <a:ext cx="938212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0AD2AF9-65EB-4664-AE20-CDC9C8AB5A8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7280827" y="1051904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F0F13033-B51C-4D51-BE11-5EB613795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2715" y="894925"/>
          <a:ext cx="830501" cy="285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18" imgW="660240" imgH="228600" progId="Equation.DSMT4">
                  <p:embed/>
                </p:oleObj>
              </mc:Choice>
              <mc:Fallback>
                <p:oleObj name="Equation" r:id="rId18" imgW="660240" imgH="22860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F0F13033-B51C-4D51-BE11-5EB613795E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782715" y="894925"/>
                        <a:ext cx="830501" cy="285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92F5202-7283-4096-A705-0424C3DB3FE0}"/>
              </a:ext>
            </a:extLst>
          </p:cNvPr>
          <p:cNvCxnSpPr>
            <a:cxnSpLocks/>
          </p:cNvCxnSpPr>
          <p:nvPr/>
        </p:nvCxnSpPr>
        <p:spPr>
          <a:xfrm>
            <a:off x="7280826" y="1565277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69B7CC23-4247-4279-808A-1C741AFB47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6050" y="1408113"/>
          <a:ext cx="863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20" imgW="685800" imgH="228600" progId="Equation.DSMT4">
                  <p:embed/>
                </p:oleObj>
              </mc:Choice>
              <mc:Fallback>
                <p:oleObj name="Equation" r:id="rId20" imgW="685800" imgH="22860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69B7CC23-4247-4279-808A-1C741AFB47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766050" y="1408113"/>
                        <a:ext cx="863600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4ED4B79-4914-45D0-AB61-139AECBFF595}"/>
              </a:ext>
            </a:extLst>
          </p:cNvPr>
          <p:cNvCxnSpPr>
            <a:cxnSpLocks/>
          </p:cNvCxnSpPr>
          <p:nvPr/>
        </p:nvCxnSpPr>
        <p:spPr>
          <a:xfrm>
            <a:off x="7280826" y="2076922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E969FA6F-3E35-448B-936B-1478450F7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3988" y="1919288"/>
          <a:ext cx="8477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Equation" r:id="rId22" imgW="672840" imgH="228600" progId="Equation.DSMT4">
                  <p:embed/>
                </p:oleObj>
              </mc:Choice>
              <mc:Fallback>
                <p:oleObj name="Equation" r:id="rId22" imgW="672840" imgH="2286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E969FA6F-3E35-448B-936B-1478450F77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773988" y="1919288"/>
                        <a:ext cx="8477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57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1258159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1760048" y="797522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2261937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2763826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1258159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1760048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2261937" y="1306286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2763826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1258159" y="1815050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1760048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2261937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2763826" y="1815050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DEE31-F277-479B-AF1C-9779D7EFB2F2}"/>
              </a:ext>
            </a:extLst>
          </p:cNvPr>
          <p:cNvSpPr/>
          <p:nvPr/>
        </p:nvSpPr>
        <p:spPr>
          <a:xfrm>
            <a:off x="3265715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3C76CC-58B1-4BD4-A4EF-6A491546EF99}"/>
              </a:ext>
            </a:extLst>
          </p:cNvPr>
          <p:cNvSpPr/>
          <p:nvPr/>
        </p:nvSpPr>
        <p:spPr>
          <a:xfrm>
            <a:off x="3767604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B1479-F514-4FD1-861D-916B6AD948DD}"/>
              </a:ext>
            </a:extLst>
          </p:cNvPr>
          <p:cNvSpPr/>
          <p:nvPr/>
        </p:nvSpPr>
        <p:spPr>
          <a:xfrm>
            <a:off x="4269493" y="797522"/>
            <a:ext cx="501889" cy="508764"/>
          </a:xfrm>
          <a:prstGeom prst="rect">
            <a:avLst/>
          </a:prstGeom>
          <a:solidFill>
            <a:srgbClr val="1A5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1152F4-E465-49E7-8420-E1E363ACE515}"/>
              </a:ext>
            </a:extLst>
          </p:cNvPr>
          <p:cNvSpPr/>
          <p:nvPr/>
        </p:nvSpPr>
        <p:spPr>
          <a:xfrm>
            <a:off x="4771382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4769A-C275-4E72-9525-74C2E31FE4CD}"/>
              </a:ext>
            </a:extLst>
          </p:cNvPr>
          <p:cNvSpPr/>
          <p:nvPr/>
        </p:nvSpPr>
        <p:spPr>
          <a:xfrm>
            <a:off x="3265715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8B738E-9DE6-4434-87CA-F78C1CFF81FC}"/>
              </a:ext>
            </a:extLst>
          </p:cNvPr>
          <p:cNvSpPr/>
          <p:nvPr/>
        </p:nvSpPr>
        <p:spPr>
          <a:xfrm>
            <a:off x="3767604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F384E-0CE8-4B03-A354-DA46E05BF23C}"/>
              </a:ext>
            </a:extLst>
          </p:cNvPr>
          <p:cNvSpPr/>
          <p:nvPr/>
        </p:nvSpPr>
        <p:spPr>
          <a:xfrm>
            <a:off x="4269493" y="1306286"/>
            <a:ext cx="501889" cy="508764"/>
          </a:xfrm>
          <a:prstGeom prst="rect">
            <a:avLst/>
          </a:prstGeom>
          <a:solidFill>
            <a:srgbClr val="194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C6324-C4D6-444C-926D-51FF7139A849}"/>
              </a:ext>
            </a:extLst>
          </p:cNvPr>
          <p:cNvSpPr/>
          <p:nvPr/>
        </p:nvSpPr>
        <p:spPr>
          <a:xfrm>
            <a:off x="4771382" y="130628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00694E-E012-4B89-90DD-31817B8F5517}"/>
              </a:ext>
            </a:extLst>
          </p:cNvPr>
          <p:cNvSpPr/>
          <p:nvPr/>
        </p:nvSpPr>
        <p:spPr>
          <a:xfrm>
            <a:off x="3265715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F2BA9F-1448-418B-A48C-1AD311F997C5}"/>
              </a:ext>
            </a:extLst>
          </p:cNvPr>
          <p:cNvSpPr/>
          <p:nvPr/>
        </p:nvSpPr>
        <p:spPr>
          <a:xfrm>
            <a:off x="3767604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7E72F3-F616-4C53-B99F-6E31FD25BE3C}"/>
              </a:ext>
            </a:extLst>
          </p:cNvPr>
          <p:cNvSpPr/>
          <p:nvPr/>
        </p:nvSpPr>
        <p:spPr>
          <a:xfrm>
            <a:off x="4269493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632EB-BD2A-48A1-AC90-0A4FFAAB0614}"/>
              </a:ext>
            </a:extLst>
          </p:cNvPr>
          <p:cNvSpPr/>
          <p:nvPr/>
        </p:nvSpPr>
        <p:spPr>
          <a:xfrm>
            <a:off x="4771382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C94B5C-C4F4-4814-B715-A8C2C818DD11}"/>
              </a:ext>
            </a:extLst>
          </p:cNvPr>
          <p:cNvSpPr/>
          <p:nvPr/>
        </p:nvSpPr>
        <p:spPr>
          <a:xfrm>
            <a:off x="5273271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0B56D-E5FD-4ED5-9B09-9F68468D6FDC}"/>
              </a:ext>
            </a:extLst>
          </p:cNvPr>
          <p:cNvSpPr/>
          <p:nvPr/>
        </p:nvSpPr>
        <p:spPr>
          <a:xfrm>
            <a:off x="5775160" y="797522"/>
            <a:ext cx="501889" cy="508764"/>
          </a:xfrm>
          <a:prstGeom prst="rect">
            <a:avLst/>
          </a:prstGeom>
          <a:solidFill>
            <a:srgbClr val="5FB7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75FAD3-4E53-4E58-8EDA-4D4C9CA7E0D4}"/>
              </a:ext>
            </a:extLst>
          </p:cNvPr>
          <p:cNvSpPr/>
          <p:nvPr/>
        </p:nvSpPr>
        <p:spPr>
          <a:xfrm>
            <a:off x="6277049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EC7D1D-DB04-4038-8EDE-4C0E2F94C958}"/>
              </a:ext>
            </a:extLst>
          </p:cNvPr>
          <p:cNvSpPr/>
          <p:nvPr/>
        </p:nvSpPr>
        <p:spPr>
          <a:xfrm>
            <a:off x="6778938" y="79752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B190B1-00A3-4EE4-BD78-038CC9ED16C6}"/>
              </a:ext>
            </a:extLst>
          </p:cNvPr>
          <p:cNvSpPr/>
          <p:nvPr/>
        </p:nvSpPr>
        <p:spPr>
          <a:xfrm>
            <a:off x="5273271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08DB6-107A-45C6-BFAF-0C0DC09AEDF9}"/>
              </a:ext>
            </a:extLst>
          </p:cNvPr>
          <p:cNvSpPr/>
          <p:nvPr/>
        </p:nvSpPr>
        <p:spPr>
          <a:xfrm>
            <a:off x="5775160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6364EA-0756-4B12-8E1E-621A17E36F2B}"/>
              </a:ext>
            </a:extLst>
          </p:cNvPr>
          <p:cNvSpPr/>
          <p:nvPr/>
        </p:nvSpPr>
        <p:spPr>
          <a:xfrm>
            <a:off x="6277049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08FA55-B522-497C-9AB3-68AAF734E71E}"/>
              </a:ext>
            </a:extLst>
          </p:cNvPr>
          <p:cNvSpPr/>
          <p:nvPr/>
        </p:nvSpPr>
        <p:spPr>
          <a:xfrm>
            <a:off x="6778938" y="130628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9819F-96BF-4CFA-9FFB-C54E86106910}"/>
              </a:ext>
            </a:extLst>
          </p:cNvPr>
          <p:cNvSpPr/>
          <p:nvPr/>
        </p:nvSpPr>
        <p:spPr>
          <a:xfrm>
            <a:off x="5273271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669D45-EC38-4E75-8651-31BB6F4378A0}"/>
              </a:ext>
            </a:extLst>
          </p:cNvPr>
          <p:cNvSpPr/>
          <p:nvPr/>
        </p:nvSpPr>
        <p:spPr>
          <a:xfrm>
            <a:off x="5775160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751E5-238A-49C4-A63F-94827F43ADFF}"/>
              </a:ext>
            </a:extLst>
          </p:cNvPr>
          <p:cNvSpPr/>
          <p:nvPr/>
        </p:nvSpPr>
        <p:spPr>
          <a:xfrm>
            <a:off x="6277049" y="181505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8AAEDB-F7C1-4C71-9F2B-022DCC3C1622}"/>
              </a:ext>
            </a:extLst>
          </p:cNvPr>
          <p:cNvSpPr/>
          <p:nvPr/>
        </p:nvSpPr>
        <p:spPr>
          <a:xfrm>
            <a:off x="6778938" y="1815050"/>
            <a:ext cx="501889" cy="508764"/>
          </a:xfrm>
          <a:prstGeom prst="rect">
            <a:avLst/>
          </a:prstGeom>
          <a:solidFill>
            <a:srgbClr val="164C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86B8B2D-19AE-4CDB-B899-4412FBE47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7519" y="881247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7519" y="881247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C0F32B7-857C-484B-B690-CF5947E3D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7982" y="480174"/>
          <a:ext cx="5902845" cy="327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Equation" r:id="rId6" imgW="4343400" imgH="241200" progId="Equation.DSMT4">
                  <p:embed/>
                </p:oleObj>
              </mc:Choice>
              <mc:Fallback>
                <p:oleObj name="Equation" r:id="rId6" imgW="43434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7982" y="480174"/>
                        <a:ext cx="5902845" cy="327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46504AD-0C84-4CC8-AB06-E0594D68B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224" y="1390008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8" name="Equation" r:id="rId8" imgW="164880" imgH="228600" progId="Equation.DSMT4">
                  <p:embed/>
                </p:oleObj>
              </mc:Choice>
              <mc:Fallback>
                <p:oleObj name="Equation" r:id="rId8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30224" y="1390008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D998D3FF-FEEE-4916-BB81-AE56FB926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5546" y="1898770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Equation" r:id="rId10" imgW="164880" imgH="228600" progId="Equation.DSMT4">
                  <p:embed/>
                </p:oleObj>
              </mc:Choice>
              <mc:Fallback>
                <p:oleObj name="Equation" r:id="rId10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25546" y="1898770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1C8D191-C27B-4FED-80B2-BA8012CCA06C}"/>
              </a:ext>
            </a:extLst>
          </p:cNvPr>
          <p:cNvCxnSpPr>
            <a:cxnSpLocks/>
          </p:cNvCxnSpPr>
          <p:nvPr/>
        </p:nvCxnSpPr>
        <p:spPr>
          <a:xfrm>
            <a:off x="3265715" y="495300"/>
            <a:ext cx="0" cy="20633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E246CB-E883-43B2-BEE1-62368365D6D9}"/>
              </a:ext>
            </a:extLst>
          </p:cNvPr>
          <p:cNvCxnSpPr>
            <a:cxnSpLocks/>
          </p:cNvCxnSpPr>
          <p:nvPr/>
        </p:nvCxnSpPr>
        <p:spPr>
          <a:xfrm>
            <a:off x="5273271" y="495300"/>
            <a:ext cx="0" cy="20684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09E1607-F275-4E67-BDA9-1EC1CAD4C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7063" y="2324100"/>
          <a:ext cx="887412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Equation" r:id="rId12" imgW="774360" imgH="203040" progId="Equation.DSMT4">
                  <p:embed/>
                </p:oleObj>
              </mc:Choice>
              <mc:Fallback>
                <p:oleObj name="Equation" r:id="rId12" imgW="774360" imgH="2030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09E1607-F275-4E67-BDA9-1EC1CAD4C6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97063" y="2324100"/>
                        <a:ext cx="887412" cy="23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7D4F9671-E837-44C0-8DCE-B69138353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4125" y="2314575"/>
          <a:ext cx="99377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1" name="Equation" r:id="rId14" imgW="799920" imgH="203040" progId="Equation.DSMT4">
                  <p:embed/>
                </p:oleObj>
              </mc:Choice>
              <mc:Fallback>
                <p:oleObj name="Equation" r:id="rId14" imgW="799920" imgH="2030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7D4F9671-E837-44C0-8DCE-B6913835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94125" y="2314575"/>
                        <a:ext cx="993775" cy="25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2163" y="2335213"/>
          <a:ext cx="938212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Equation" r:id="rId16" imgW="799920" imgH="203040" progId="Equation.DSMT4">
                  <p:embed/>
                </p:oleObj>
              </mc:Choice>
              <mc:Fallback>
                <p:oleObj name="Equation" r:id="rId16" imgW="79992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872163" y="2335213"/>
                        <a:ext cx="938212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0AD2AF9-65EB-4664-AE20-CDC9C8AB5A85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7280827" y="1051904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F0F13033-B51C-4D51-BE11-5EB613795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82715" y="894925"/>
          <a:ext cx="830501" cy="285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3" name="Equation" r:id="rId18" imgW="660240" imgH="228600" progId="Equation.DSMT4">
                  <p:embed/>
                </p:oleObj>
              </mc:Choice>
              <mc:Fallback>
                <p:oleObj name="Equation" r:id="rId18" imgW="660240" imgH="22860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F0F13033-B51C-4D51-BE11-5EB613795E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782715" y="894925"/>
                        <a:ext cx="830501" cy="285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92F5202-7283-4096-A705-0424C3DB3FE0}"/>
              </a:ext>
            </a:extLst>
          </p:cNvPr>
          <p:cNvCxnSpPr>
            <a:cxnSpLocks/>
          </p:cNvCxnSpPr>
          <p:nvPr/>
        </p:nvCxnSpPr>
        <p:spPr>
          <a:xfrm>
            <a:off x="7280826" y="1565277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69B7CC23-4247-4279-808A-1C741AFB47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6050" y="1408113"/>
          <a:ext cx="863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name="Equation" r:id="rId20" imgW="685800" imgH="228600" progId="Equation.DSMT4">
                  <p:embed/>
                </p:oleObj>
              </mc:Choice>
              <mc:Fallback>
                <p:oleObj name="Equation" r:id="rId20" imgW="685800" imgH="22860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69B7CC23-4247-4279-808A-1C741AFB47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766050" y="1408113"/>
                        <a:ext cx="863600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4ED4B79-4914-45D0-AB61-139AECBFF595}"/>
              </a:ext>
            </a:extLst>
          </p:cNvPr>
          <p:cNvCxnSpPr>
            <a:cxnSpLocks/>
          </p:cNvCxnSpPr>
          <p:nvPr/>
        </p:nvCxnSpPr>
        <p:spPr>
          <a:xfrm>
            <a:off x="7280826" y="2076922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E969FA6F-3E35-448B-936B-1478450F7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3988" y="1919288"/>
          <a:ext cx="8477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Equation" r:id="rId22" imgW="672840" imgH="228600" progId="Equation.DSMT4">
                  <p:embed/>
                </p:oleObj>
              </mc:Choice>
              <mc:Fallback>
                <p:oleObj name="Equation" r:id="rId22" imgW="672840" imgH="2286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E969FA6F-3E35-448B-936B-1478450F77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773988" y="1919288"/>
                        <a:ext cx="8477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4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09E1607-F275-4E67-BDA9-1EC1CAD4C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418534"/>
              </p:ext>
            </p:extLst>
          </p:nvPr>
        </p:nvGraphicFramePr>
        <p:xfrm>
          <a:off x="1772857" y="4329119"/>
          <a:ext cx="887412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Equation" r:id="rId4" imgW="774360" imgH="203040" progId="Equation.DSMT4">
                  <p:embed/>
                </p:oleObj>
              </mc:Choice>
              <mc:Fallback>
                <p:oleObj name="Equation" r:id="rId4" imgW="774360" imgH="2030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09E1607-F275-4E67-BDA9-1EC1CAD4C6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2857" y="4329119"/>
                        <a:ext cx="887412" cy="23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7D4F9671-E837-44C0-8DCE-B691383539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512664"/>
              </p:ext>
            </p:extLst>
          </p:nvPr>
        </p:nvGraphicFramePr>
        <p:xfrm>
          <a:off x="3817084" y="4319593"/>
          <a:ext cx="99377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3" name="Equation" r:id="rId6" imgW="799920" imgH="203040" progId="Equation.DSMT4">
                  <p:embed/>
                </p:oleObj>
              </mc:Choice>
              <mc:Fallback>
                <p:oleObj name="Equation" r:id="rId6" imgW="799920" imgH="2030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7D4F9671-E837-44C0-8DCE-B6913835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17084" y="4319593"/>
                        <a:ext cx="993775" cy="250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252240"/>
              </p:ext>
            </p:extLst>
          </p:nvPr>
        </p:nvGraphicFramePr>
        <p:xfrm>
          <a:off x="5903035" y="4332293"/>
          <a:ext cx="938212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Equation" r:id="rId8" imgW="799920" imgH="203040" progId="Equation.DSMT4">
                  <p:embed/>
                </p:oleObj>
              </mc:Choice>
              <mc:Fallback>
                <p:oleObj name="Equation" r:id="rId8" imgW="79992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903035" y="4332293"/>
                        <a:ext cx="938212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CE997ED-FBE9-4105-965B-246268CD1CF0}"/>
              </a:ext>
            </a:extLst>
          </p:cNvPr>
          <p:cNvSpPr/>
          <p:nvPr/>
        </p:nvSpPr>
        <p:spPr>
          <a:xfrm>
            <a:off x="1181959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71B4184-B3C5-4EE9-8461-D3C93297DA44}"/>
              </a:ext>
            </a:extLst>
          </p:cNvPr>
          <p:cNvSpPr/>
          <p:nvPr/>
        </p:nvSpPr>
        <p:spPr>
          <a:xfrm>
            <a:off x="1683848" y="279301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E1A01DD-0291-4C6A-8902-7D11BDC10081}"/>
              </a:ext>
            </a:extLst>
          </p:cNvPr>
          <p:cNvSpPr/>
          <p:nvPr/>
        </p:nvSpPr>
        <p:spPr>
          <a:xfrm>
            <a:off x="2185737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F5B7370-ADC5-40B0-A9EB-6B8616F4F4D1}"/>
              </a:ext>
            </a:extLst>
          </p:cNvPr>
          <p:cNvSpPr/>
          <p:nvPr/>
        </p:nvSpPr>
        <p:spPr>
          <a:xfrm>
            <a:off x="2687626" y="279301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9C875DD-F582-4515-8211-21D478F0A425}"/>
              </a:ext>
            </a:extLst>
          </p:cNvPr>
          <p:cNvSpPr/>
          <p:nvPr/>
        </p:nvSpPr>
        <p:spPr>
          <a:xfrm>
            <a:off x="1181959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0E54BF1-616D-40B7-9959-FD3981BEE1F7}"/>
              </a:ext>
            </a:extLst>
          </p:cNvPr>
          <p:cNvSpPr/>
          <p:nvPr/>
        </p:nvSpPr>
        <p:spPr>
          <a:xfrm>
            <a:off x="1683848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594901E-97CD-4671-8039-9CB59902A4CC}"/>
              </a:ext>
            </a:extLst>
          </p:cNvPr>
          <p:cNvSpPr/>
          <p:nvPr/>
        </p:nvSpPr>
        <p:spPr>
          <a:xfrm>
            <a:off x="2185737" y="330178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6F1BE13-7419-4E00-922B-AABBF4AD2C0D}"/>
              </a:ext>
            </a:extLst>
          </p:cNvPr>
          <p:cNvSpPr/>
          <p:nvPr/>
        </p:nvSpPr>
        <p:spPr>
          <a:xfrm>
            <a:off x="2687626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6777137-B903-4E20-A8CE-D1F9AF8A038F}"/>
              </a:ext>
            </a:extLst>
          </p:cNvPr>
          <p:cNvSpPr/>
          <p:nvPr/>
        </p:nvSpPr>
        <p:spPr>
          <a:xfrm>
            <a:off x="1181959" y="3810544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EC9BC6F-9152-4779-9938-EAFC74D437C3}"/>
              </a:ext>
            </a:extLst>
          </p:cNvPr>
          <p:cNvSpPr/>
          <p:nvPr/>
        </p:nvSpPr>
        <p:spPr>
          <a:xfrm>
            <a:off x="1683848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6622C68-2639-4F34-BCB4-B184270DE51A}"/>
              </a:ext>
            </a:extLst>
          </p:cNvPr>
          <p:cNvSpPr/>
          <p:nvPr/>
        </p:nvSpPr>
        <p:spPr>
          <a:xfrm>
            <a:off x="2185737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6E6640E-E52F-4ED0-888F-267174A8659D}"/>
              </a:ext>
            </a:extLst>
          </p:cNvPr>
          <p:cNvSpPr/>
          <p:nvPr/>
        </p:nvSpPr>
        <p:spPr>
          <a:xfrm>
            <a:off x="2687626" y="3810544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03D68A0-1D90-4BD4-A6F8-D8D069BEE658}"/>
              </a:ext>
            </a:extLst>
          </p:cNvPr>
          <p:cNvSpPr/>
          <p:nvPr/>
        </p:nvSpPr>
        <p:spPr>
          <a:xfrm>
            <a:off x="3289527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F942858-2091-4ACE-82B6-2D1154C94261}"/>
              </a:ext>
            </a:extLst>
          </p:cNvPr>
          <p:cNvSpPr/>
          <p:nvPr/>
        </p:nvSpPr>
        <p:spPr>
          <a:xfrm>
            <a:off x="3791416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77BB2E5-B8B4-4634-8252-2F4C48014CDA}"/>
              </a:ext>
            </a:extLst>
          </p:cNvPr>
          <p:cNvSpPr/>
          <p:nvPr/>
        </p:nvSpPr>
        <p:spPr>
          <a:xfrm>
            <a:off x="4293305" y="279301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3169AAE-871E-4487-B5E1-2869360ADC46}"/>
              </a:ext>
            </a:extLst>
          </p:cNvPr>
          <p:cNvSpPr/>
          <p:nvPr/>
        </p:nvSpPr>
        <p:spPr>
          <a:xfrm>
            <a:off x="4795194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BCA2768-7FE7-4C8C-AA23-575A917019C4}"/>
              </a:ext>
            </a:extLst>
          </p:cNvPr>
          <p:cNvSpPr/>
          <p:nvPr/>
        </p:nvSpPr>
        <p:spPr>
          <a:xfrm>
            <a:off x="3289527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A35CF57-C5F7-4ECF-90F5-BEB51ED5639A}"/>
              </a:ext>
            </a:extLst>
          </p:cNvPr>
          <p:cNvSpPr/>
          <p:nvPr/>
        </p:nvSpPr>
        <p:spPr>
          <a:xfrm>
            <a:off x="3791416" y="330178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748196E-0898-4215-B570-8752BBDFBD31}"/>
              </a:ext>
            </a:extLst>
          </p:cNvPr>
          <p:cNvSpPr/>
          <p:nvPr/>
        </p:nvSpPr>
        <p:spPr>
          <a:xfrm>
            <a:off x="4293305" y="330178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F137C2B-B005-47DB-B46A-50AC7ED63292}"/>
              </a:ext>
            </a:extLst>
          </p:cNvPr>
          <p:cNvSpPr/>
          <p:nvPr/>
        </p:nvSpPr>
        <p:spPr>
          <a:xfrm>
            <a:off x="4795194" y="330178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174E968-7A78-482A-95D1-FB98DBEC19EC}"/>
              </a:ext>
            </a:extLst>
          </p:cNvPr>
          <p:cNvSpPr/>
          <p:nvPr/>
        </p:nvSpPr>
        <p:spPr>
          <a:xfrm>
            <a:off x="3289527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264A72A-3E4F-4048-9535-CD4A15959D53}"/>
              </a:ext>
            </a:extLst>
          </p:cNvPr>
          <p:cNvSpPr/>
          <p:nvPr/>
        </p:nvSpPr>
        <p:spPr>
          <a:xfrm>
            <a:off x="3791416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C3997E7-C82A-4B5C-9AD1-6B9F675B2A03}"/>
              </a:ext>
            </a:extLst>
          </p:cNvPr>
          <p:cNvSpPr/>
          <p:nvPr/>
        </p:nvSpPr>
        <p:spPr>
          <a:xfrm>
            <a:off x="4293305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469A68A-6D2C-4528-BCDE-A333AD231441}"/>
              </a:ext>
            </a:extLst>
          </p:cNvPr>
          <p:cNvSpPr/>
          <p:nvPr/>
        </p:nvSpPr>
        <p:spPr>
          <a:xfrm>
            <a:off x="4795194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F5B4A3C-F510-46F3-A2E7-0715FECF3A85}"/>
              </a:ext>
            </a:extLst>
          </p:cNvPr>
          <p:cNvSpPr/>
          <p:nvPr/>
        </p:nvSpPr>
        <p:spPr>
          <a:xfrm>
            <a:off x="5401146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8FCD5B5-12F9-4846-BDB4-A3643A31056F}"/>
              </a:ext>
            </a:extLst>
          </p:cNvPr>
          <p:cNvSpPr/>
          <p:nvPr/>
        </p:nvSpPr>
        <p:spPr>
          <a:xfrm>
            <a:off x="5903035" y="279301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57D6FB9-B6A1-4C81-8C96-EA861BEFF6B5}"/>
              </a:ext>
            </a:extLst>
          </p:cNvPr>
          <p:cNvSpPr/>
          <p:nvPr/>
        </p:nvSpPr>
        <p:spPr>
          <a:xfrm>
            <a:off x="6404924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BAC8081-3C75-4A6D-BADD-D766316781F6}"/>
              </a:ext>
            </a:extLst>
          </p:cNvPr>
          <p:cNvSpPr/>
          <p:nvPr/>
        </p:nvSpPr>
        <p:spPr>
          <a:xfrm>
            <a:off x="6906813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74F6AAC-90B8-452D-8BC5-A8890FF90A09}"/>
              </a:ext>
            </a:extLst>
          </p:cNvPr>
          <p:cNvSpPr/>
          <p:nvPr/>
        </p:nvSpPr>
        <p:spPr>
          <a:xfrm>
            <a:off x="5401146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9C2963B-7CE1-403F-8D9F-736A476F7E13}"/>
              </a:ext>
            </a:extLst>
          </p:cNvPr>
          <p:cNvSpPr/>
          <p:nvPr/>
        </p:nvSpPr>
        <p:spPr>
          <a:xfrm>
            <a:off x="5903035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C14EA63-883F-4FA5-9468-F6D91DB0038B}"/>
              </a:ext>
            </a:extLst>
          </p:cNvPr>
          <p:cNvSpPr/>
          <p:nvPr/>
        </p:nvSpPr>
        <p:spPr>
          <a:xfrm>
            <a:off x="6404924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CD48EA2F-CF76-4224-A49A-E9B99C8CDDA1}"/>
              </a:ext>
            </a:extLst>
          </p:cNvPr>
          <p:cNvSpPr/>
          <p:nvPr/>
        </p:nvSpPr>
        <p:spPr>
          <a:xfrm>
            <a:off x="6906813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9A72FCB7-4D18-4C17-87D0-0E76E8A01486}"/>
              </a:ext>
            </a:extLst>
          </p:cNvPr>
          <p:cNvSpPr/>
          <p:nvPr/>
        </p:nvSpPr>
        <p:spPr>
          <a:xfrm>
            <a:off x="5401146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BCDFB04-CE80-450B-96D6-F2904E779C01}"/>
              </a:ext>
            </a:extLst>
          </p:cNvPr>
          <p:cNvSpPr/>
          <p:nvPr/>
        </p:nvSpPr>
        <p:spPr>
          <a:xfrm>
            <a:off x="5903035" y="3810544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6F55DE7-B502-45AC-BA32-01276F0BB22E}"/>
              </a:ext>
            </a:extLst>
          </p:cNvPr>
          <p:cNvSpPr/>
          <p:nvPr/>
        </p:nvSpPr>
        <p:spPr>
          <a:xfrm>
            <a:off x="6404924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27FEA0-EA3B-4873-9A82-4136FFB43F86}"/>
              </a:ext>
            </a:extLst>
          </p:cNvPr>
          <p:cNvSpPr/>
          <p:nvPr/>
        </p:nvSpPr>
        <p:spPr>
          <a:xfrm>
            <a:off x="6906813" y="3810544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9" name="对象 98">
            <a:extLst>
              <a:ext uri="{FF2B5EF4-FFF2-40B4-BE49-F238E27FC236}">
                <a16:creationId xmlns:a16="http://schemas.microsoft.com/office/drawing/2014/main" id="{2A280857-6475-47DE-83A1-40F6B90BA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624891"/>
              </p:ext>
            </p:extLst>
          </p:nvPr>
        </p:nvGraphicFramePr>
        <p:xfrm>
          <a:off x="961319" y="2876741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Equation" r:id="rId10" imgW="152280" imgH="228600" progId="Equation.DSMT4">
                  <p:embed/>
                </p:oleObj>
              </mc:Choice>
              <mc:Fallback>
                <p:oleObj name="Equation" r:id="rId10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61319" y="2876741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>
            <a:extLst>
              <a:ext uri="{FF2B5EF4-FFF2-40B4-BE49-F238E27FC236}">
                <a16:creationId xmlns:a16="http://schemas.microsoft.com/office/drawing/2014/main" id="{830B9020-803A-458A-A4EA-7FB2071510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427104"/>
              </p:ext>
            </p:extLst>
          </p:nvPr>
        </p:nvGraphicFramePr>
        <p:xfrm>
          <a:off x="5527513" y="2474919"/>
          <a:ext cx="18811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6" name="Equation" r:id="rId12" imgW="1384200" imgH="241200" progId="Equation.DSMT4">
                  <p:embed/>
                </p:oleObj>
              </mc:Choice>
              <mc:Fallback>
                <p:oleObj name="Equation" r:id="rId12" imgW="13842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27513" y="2474919"/>
                        <a:ext cx="1881188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对象 100">
            <a:extLst>
              <a:ext uri="{FF2B5EF4-FFF2-40B4-BE49-F238E27FC236}">
                <a16:creationId xmlns:a16="http://schemas.microsoft.com/office/drawing/2014/main" id="{A639818D-3D57-4D26-A7AA-7CAC3B035B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689403"/>
              </p:ext>
            </p:extLst>
          </p:nvPr>
        </p:nvGraphicFramePr>
        <p:xfrm>
          <a:off x="954024" y="3385502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7" name="Equation" r:id="rId14" imgW="164880" imgH="228600" progId="Equation.DSMT4">
                  <p:embed/>
                </p:oleObj>
              </mc:Choice>
              <mc:Fallback>
                <p:oleObj name="Equation" r:id="rId14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54024" y="3385502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对象 101">
            <a:extLst>
              <a:ext uri="{FF2B5EF4-FFF2-40B4-BE49-F238E27FC236}">
                <a16:creationId xmlns:a16="http://schemas.microsoft.com/office/drawing/2014/main" id="{1C2C1B80-C288-4E36-88A4-1E34FB04C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036114"/>
              </p:ext>
            </p:extLst>
          </p:nvPr>
        </p:nvGraphicFramePr>
        <p:xfrm>
          <a:off x="949346" y="3894264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Equation" r:id="rId16" imgW="164880" imgH="228600" progId="Equation.DSMT4">
                  <p:embed/>
                </p:oleObj>
              </mc:Choice>
              <mc:Fallback>
                <p:oleObj name="Equation" r:id="rId16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49346" y="3894264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对象 105">
            <a:extLst>
              <a:ext uri="{FF2B5EF4-FFF2-40B4-BE49-F238E27FC236}">
                <a16:creationId xmlns:a16="http://schemas.microsoft.com/office/drawing/2014/main" id="{C89842A3-6A46-4A85-A03C-ACAC10EB6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865996"/>
              </p:ext>
            </p:extLst>
          </p:nvPr>
        </p:nvGraphicFramePr>
        <p:xfrm>
          <a:off x="3445621" y="2486228"/>
          <a:ext cx="1788279" cy="30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9" name="Equation" r:id="rId18" imgW="1396800" imgH="241200" progId="Equation.DSMT4">
                  <p:embed/>
                </p:oleObj>
              </mc:Choice>
              <mc:Fallback>
                <p:oleObj name="Equation" r:id="rId18" imgW="1396800" imgH="2412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A135CC8E-1583-427A-9913-250B32CFF1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45621" y="2486228"/>
                        <a:ext cx="1788279" cy="308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>
            <a:extLst>
              <a:ext uri="{FF2B5EF4-FFF2-40B4-BE49-F238E27FC236}">
                <a16:creationId xmlns:a16="http://schemas.microsoft.com/office/drawing/2014/main" id="{6C80671B-A4D2-4B62-A209-66DD7199F8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300359"/>
              </p:ext>
            </p:extLst>
          </p:nvPr>
        </p:nvGraphicFramePr>
        <p:xfrm>
          <a:off x="1312056" y="2486228"/>
          <a:ext cx="1795054" cy="324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0" name="Equation" r:id="rId20" imgW="1333440" imgH="241200" progId="Equation.DSMT4">
                  <p:embed/>
                </p:oleObj>
              </mc:Choice>
              <mc:Fallback>
                <p:oleObj name="Equation" r:id="rId20" imgW="1333440" imgH="2412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83110E7-ECBD-40C7-9C1E-98E72CA2C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312056" y="2486228"/>
                        <a:ext cx="1795054" cy="324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矩形 107">
            <a:extLst>
              <a:ext uri="{FF2B5EF4-FFF2-40B4-BE49-F238E27FC236}">
                <a16:creationId xmlns:a16="http://schemas.microsoft.com/office/drawing/2014/main" id="{4ECD59AD-EBEE-4164-9158-90C828A0139C}"/>
              </a:ext>
            </a:extLst>
          </p:cNvPr>
          <p:cNvSpPr/>
          <p:nvPr/>
        </p:nvSpPr>
        <p:spPr>
          <a:xfrm>
            <a:off x="1187121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2649334-6582-4207-920C-01EBA355A3D3}"/>
              </a:ext>
            </a:extLst>
          </p:cNvPr>
          <p:cNvSpPr/>
          <p:nvPr/>
        </p:nvSpPr>
        <p:spPr>
          <a:xfrm>
            <a:off x="1689010" y="2793016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ED13D2E-8F64-4A63-AF67-D4013C5371EB}"/>
              </a:ext>
            </a:extLst>
          </p:cNvPr>
          <p:cNvSpPr/>
          <p:nvPr/>
        </p:nvSpPr>
        <p:spPr>
          <a:xfrm>
            <a:off x="2190899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91500B5-4136-4086-B961-4EBD62A0D392}"/>
              </a:ext>
            </a:extLst>
          </p:cNvPr>
          <p:cNvSpPr/>
          <p:nvPr/>
        </p:nvSpPr>
        <p:spPr>
          <a:xfrm>
            <a:off x="2692788" y="2793016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B36FC59-A685-4E91-8E01-922C542034E3}"/>
              </a:ext>
            </a:extLst>
          </p:cNvPr>
          <p:cNvSpPr/>
          <p:nvPr/>
        </p:nvSpPr>
        <p:spPr>
          <a:xfrm>
            <a:off x="1187121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A43D9A99-E5F7-48AF-A362-CFAC4DC8BBA6}"/>
              </a:ext>
            </a:extLst>
          </p:cNvPr>
          <p:cNvSpPr/>
          <p:nvPr/>
        </p:nvSpPr>
        <p:spPr>
          <a:xfrm>
            <a:off x="1689010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8BF4D92-F1F7-450E-AC56-757C2047F692}"/>
              </a:ext>
            </a:extLst>
          </p:cNvPr>
          <p:cNvSpPr/>
          <p:nvPr/>
        </p:nvSpPr>
        <p:spPr>
          <a:xfrm>
            <a:off x="2190899" y="3301780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90245DA-FD2F-4B2B-91E3-6C2FE1D16C8C}"/>
              </a:ext>
            </a:extLst>
          </p:cNvPr>
          <p:cNvSpPr/>
          <p:nvPr/>
        </p:nvSpPr>
        <p:spPr>
          <a:xfrm>
            <a:off x="2692788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6516878-8D9E-4D00-8032-66C9F0E525D6}"/>
              </a:ext>
            </a:extLst>
          </p:cNvPr>
          <p:cNvSpPr/>
          <p:nvPr/>
        </p:nvSpPr>
        <p:spPr>
          <a:xfrm>
            <a:off x="1187121" y="3810544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CD9EE6E-4EF7-44DB-85C7-FA75C2342742}"/>
              </a:ext>
            </a:extLst>
          </p:cNvPr>
          <p:cNvSpPr/>
          <p:nvPr/>
        </p:nvSpPr>
        <p:spPr>
          <a:xfrm>
            <a:off x="1689010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1AC173C-155A-44ED-965A-B72F6FE1E582}"/>
              </a:ext>
            </a:extLst>
          </p:cNvPr>
          <p:cNvSpPr/>
          <p:nvPr/>
        </p:nvSpPr>
        <p:spPr>
          <a:xfrm>
            <a:off x="2190899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A42DFCC6-B545-46BA-9368-B34C8A3E3840}"/>
              </a:ext>
            </a:extLst>
          </p:cNvPr>
          <p:cNvSpPr/>
          <p:nvPr/>
        </p:nvSpPr>
        <p:spPr>
          <a:xfrm>
            <a:off x="2692788" y="3810544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9243323-B382-48C2-9E1F-9F37A3E88580}"/>
              </a:ext>
            </a:extLst>
          </p:cNvPr>
          <p:cNvSpPr/>
          <p:nvPr/>
        </p:nvSpPr>
        <p:spPr>
          <a:xfrm>
            <a:off x="3293578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ADC98CA-4227-4B23-A7F2-1D75AB7A1120}"/>
              </a:ext>
            </a:extLst>
          </p:cNvPr>
          <p:cNvSpPr/>
          <p:nvPr/>
        </p:nvSpPr>
        <p:spPr>
          <a:xfrm>
            <a:off x="3795467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5B2B26B-8679-444E-9F78-0FE3468CB208}"/>
              </a:ext>
            </a:extLst>
          </p:cNvPr>
          <p:cNvSpPr/>
          <p:nvPr/>
        </p:nvSpPr>
        <p:spPr>
          <a:xfrm>
            <a:off x="4297356" y="2793016"/>
            <a:ext cx="501889" cy="508764"/>
          </a:xfrm>
          <a:prstGeom prst="rect">
            <a:avLst/>
          </a:prstGeom>
          <a:solidFill>
            <a:srgbClr val="1A5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8A3E827-F737-4153-A273-FBEBE2C35499}"/>
              </a:ext>
            </a:extLst>
          </p:cNvPr>
          <p:cNvSpPr/>
          <p:nvPr/>
        </p:nvSpPr>
        <p:spPr>
          <a:xfrm>
            <a:off x="4799245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76E547F-D4D1-4DD5-89D1-350390598BE0}"/>
              </a:ext>
            </a:extLst>
          </p:cNvPr>
          <p:cNvSpPr/>
          <p:nvPr/>
        </p:nvSpPr>
        <p:spPr>
          <a:xfrm>
            <a:off x="3293578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DBA5B929-AED1-4D8E-8F34-F3C6A6B1F316}"/>
              </a:ext>
            </a:extLst>
          </p:cNvPr>
          <p:cNvSpPr/>
          <p:nvPr/>
        </p:nvSpPr>
        <p:spPr>
          <a:xfrm>
            <a:off x="3795467" y="3301780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FBFB378-B28C-4BC5-9607-A587B3FCCEBE}"/>
              </a:ext>
            </a:extLst>
          </p:cNvPr>
          <p:cNvSpPr/>
          <p:nvPr/>
        </p:nvSpPr>
        <p:spPr>
          <a:xfrm>
            <a:off x="4297356" y="3301780"/>
            <a:ext cx="501889" cy="508764"/>
          </a:xfrm>
          <a:prstGeom prst="rect">
            <a:avLst/>
          </a:prstGeom>
          <a:solidFill>
            <a:srgbClr val="194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2F162BB9-DE39-4182-9FEF-A57BB89D3E32}"/>
              </a:ext>
            </a:extLst>
          </p:cNvPr>
          <p:cNvSpPr/>
          <p:nvPr/>
        </p:nvSpPr>
        <p:spPr>
          <a:xfrm>
            <a:off x="4799245" y="330178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A0AA68A-EB51-4A3D-ACC3-DBDA65E6C625}"/>
              </a:ext>
            </a:extLst>
          </p:cNvPr>
          <p:cNvSpPr/>
          <p:nvPr/>
        </p:nvSpPr>
        <p:spPr>
          <a:xfrm>
            <a:off x="3293578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7B830403-26A7-4774-A277-E3E96B5A4BD1}"/>
              </a:ext>
            </a:extLst>
          </p:cNvPr>
          <p:cNvSpPr/>
          <p:nvPr/>
        </p:nvSpPr>
        <p:spPr>
          <a:xfrm>
            <a:off x="3795467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18B24B1-17A7-41D0-904F-ABBE699A7945}"/>
              </a:ext>
            </a:extLst>
          </p:cNvPr>
          <p:cNvSpPr/>
          <p:nvPr/>
        </p:nvSpPr>
        <p:spPr>
          <a:xfrm>
            <a:off x="4297356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34D0006A-7D44-4DA5-92FB-263C9E5D180B}"/>
              </a:ext>
            </a:extLst>
          </p:cNvPr>
          <p:cNvSpPr/>
          <p:nvPr/>
        </p:nvSpPr>
        <p:spPr>
          <a:xfrm>
            <a:off x="4799245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A01A460-4B94-407F-9D76-9C8374AF20CB}"/>
              </a:ext>
            </a:extLst>
          </p:cNvPr>
          <p:cNvSpPr/>
          <p:nvPr/>
        </p:nvSpPr>
        <p:spPr>
          <a:xfrm>
            <a:off x="5401146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35B2E0C-A2F4-4F14-8C9B-40F74726B013}"/>
              </a:ext>
            </a:extLst>
          </p:cNvPr>
          <p:cNvSpPr/>
          <p:nvPr/>
        </p:nvSpPr>
        <p:spPr>
          <a:xfrm>
            <a:off x="5903035" y="2793016"/>
            <a:ext cx="501889" cy="508764"/>
          </a:xfrm>
          <a:prstGeom prst="rect">
            <a:avLst/>
          </a:prstGeom>
          <a:solidFill>
            <a:srgbClr val="5FB7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713A318-AFA2-430C-B39F-DEA9BD8518AD}"/>
              </a:ext>
            </a:extLst>
          </p:cNvPr>
          <p:cNvSpPr/>
          <p:nvPr/>
        </p:nvSpPr>
        <p:spPr>
          <a:xfrm>
            <a:off x="6404924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96CE7C56-7109-48C7-BC0B-59A5EBCFE5C6}"/>
              </a:ext>
            </a:extLst>
          </p:cNvPr>
          <p:cNvSpPr/>
          <p:nvPr/>
        </p:nvSpPr>
        <p:spPr>
          <a:xfrm>
            <a:off x="6906813" y="27930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1491042-1BBD-4398-9A3D-3E4089A85676}"/>
              </a:ext>
            </a:extLst>
          </p:cNvPr>
          <p:cNvSpPr/>
          <p:nvPr/>
        </p:nvSpPr>
        <p:spPr>
          <a:xfrm>
            <a:off x="5401146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28703D5A-FA07-4601-81FD-637F913D5A37}"/>
              </a:ext>
            </a:extLst>
          </p:cNvPr>
          <p:cNvSpPr/>
          <p:nvPr/>
        </p:nvSpPr>
        <p:spPr>
          <a:xfrm>
            <a:off x="5903035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A99499F-5078-4A77-B66D-91097281DA95}"/>
              </a:ext>
            </a:extLst>
          </p:cNvPr>
          <p:cNvSpPr/>
          <p:nvPr/>
        </p:nvSpPr>
        <p:spPr>
          <a:xfrm>
            <a:off x="6404924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0CBAF8E9-F394-4A9B-A7EA-E1FDC8BCC537}"/>
              </a:ext>
            </a:extLst>
          </p:cNvPr>
          <p:cNvSpPr/>
          <p:nvPr/>
        </p:nvSpPr>
        <p:spPr>
          <a:xfrm>
            <a:off x="6906813" y="33017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DEC16C66-60E2-40C7-901E-4AC7A966A630}"/>
              </a:ext>
            </a:extLst>
          </p:cNvPr>
          <p:cNvSpPr/>
          <p:nvPr/>
        </p:nvSpPr>
        <p:spPr>
          <a:xfrm>
            <a:off x="5401146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F2961834-2993-4FBB-8C0B-C5F591123E0F}"/>
              </a:ext>
            </a:extLst>
          </p:cNvPr>
          <p:cNvSpPr/>
          <p:nvPr/>
        </p:nvSpPr>
        <p:spPr>
          <a:xfrm>
            <a:off x="5903035" y="3810544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7D2CE97D-49AA-4F9D-9EE2-379E4D302AFB}"/>
              </a:ext>
            </a:extLst>
          </p:cNvPr>
          <p:cNvSpPr/>
          <p:nvPr/>
        </p:nvSpPr>
        <p:spPr>
          <a:xfrm>
            <a:off x="6404924" y="38105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4D89165A-D319-4AB4-9A8D-2536B0EF10A4}"/>
              </a:ext>
            </a:extLst>
          </p:cNvPr>
          <p:cNvSpPr/>
          <p:nvPr/>
        </p:nvSpPr>
        <p:spPr>
          <a:xfrm>
            <a:off x="6906813" y="3810544"/>
            <a:ext cx="501889" cy="508764"/>
          </a:xfrm>
          <a:prstGeom prst="rect">
            <a:avLst/>
          </a:prstGeom>
          <a:solidFill>
            <a:srgbClr val="164C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1181959" y="2793075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1683848" y="2793075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2185737" y="2793075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2687626" y="2793075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1181959" y="3301839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1683848" y="3301839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2185737" y="3301839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2687626" y="3301839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1181959" y="3810603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1683848" y="3810603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2185737" y="3810603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2687626" y="3810603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DEE31-F277-479B-AF1C-9779D7EFB2F2}"/>
              </a:ext>
            </a:extLst>
          </p:cNvPr>
          <p:cNvSpPr/>
          <p:nvPr/>
        </p:nvSpPr>
        <p:spPr>
          <a:xfrm>
            <a:off x="3289527" y="2793075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3C76CC-58B1-4BD4-A4EF-6A491546EF99}"/>
              </a:ext>
            </a:extLst>
          </p:cNvPr>
          <p:cNvSpPr/>
          <p:nvPr/>
        </p:nvSpPr>
        <p:spPr>
          <a:xfrm>
            <a:off x="3791416" y="2793075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B1479-F514-4FD1-861D-916B6AD948DD}"/>
              </a:ext>
            </a:extLst>
          </p:cNvPr>
          <p:cNvSpPr/>
          <p:nvPr/>
        </p:nvSpPr>
        <p:spPr>
          <a:xfrm>
            <a:off x="4293305" y="2793075"/>
            <a:ext cx="501889" cy="508764"/>
          </a:xfrm>
          <a:prstGeom prst="rect">
            <a:avLst/>
          </a:prstGeom>
          <a:solidFill>
            <a:srgbClr val="1A5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1152F4-E465-49E7-8420-E1E363ACE515}"/>
              </a:ext>
            </a:extLst>
          </p:cNvPr>
          <p:cNvSpPr/>
          <p:nvPr/>
        </p:nvSpPr>
        <p:spPr>
          <a:xfrm>
            <a:off x="4795194" y="2793075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4769A-C275-4E72-9525-74C2E31FE4CD}"/>
              </a:ext>
            </a:extLst>
          </p:cNvPr>
          <p:cNvSpPr/>
          <p:nvPr/>
        </p:nvSpPr>
        <p:spPr>
          <a:xfrm>
            <a:off x="3289527" y="3301839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8B738E-9DE6-4434-87CA-F78C1CFF81FC}"/>
              </a:ext>
            </a:extLst>
          </p:cNvPr>
          <p:cNvSpPr/>
          <p:nvPr/>
        </p:nvSpPr>
        <p:spPr>
          <a:xfrm>
            <a:off x="3791416" y="3301839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F384E-0CE8-4B03-A354-DA46E05BF23C}"/>
              </a:ext>
            </a:extLst>
          </p:cNvPr>
          <p:cNvSpPr/>
          <p:nvPr/>
        </p:nvSpPr>
        <p:spPr>
          <a:xfrm>
            <a:off x="4293305" y="3301839"/>
            <a:ext cx="501889" cy="508764"/>
          </a:xfrm>
          <a:prstGeom prst="rect">
            <a:avLst/>
          </a:prstGeom>
          <a:solidFill>
            <a:srgbClr val="194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C6324-C4D6-444C-926D-51FF7139A849}"/>
              </a:ext>
            </a:extLst>
          </p:cNvPr>
          <p:cNvSpPr/>
          <p:nvPr/>
        </p:nvSpPr>
        <p:spPr>
          <a:xfrm>
            <a:off x="4795194" y="3301839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00694E-E012-4B89-90DD-31817B8F5517}"/>
              </a:ext>
            </a:extLst>
          </p:cNvPr>
          <p:cNvSpPr/>
          <p:nvPr/>
        </p:nvSpPr>
        <p:spPr>
          <a:xfrm>
            <a:off x="3289527" y="3810603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F2BA9F-1448-418B-A48C-1AD311F997C5}"/>
              </a:ext>
            </a:extLst>
          </p:cNvPr>
          <p:cNvSpPr/>
          <p:nvPr/>
        </p:nvSpPr>
        <p:spPr>
          <a:xfrm>
            <a:off x="3791416" y="3810603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7E72F3-F616-4C53-B99F-6E31FD25BE3C}"/>
              </a:ext>
            </a:extLst>
          </p:cNvPr>
          <p:cNvSpPr/>
          <p:nvPr/>
        </p:nvSpPr>
        <p:spPr>
          <a:xfrm>
            <a:off x="4293305" y="3810603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632EB-BD2A-48A1-AC90-0A4FFAAB0614}"/>
              </a:ext>
            </a:extLst>
          </p:cNvPr>
          <p:cNvSpPr/>
          <p:nvPr/>
        </p:nvSpPr>
        <p:spPr>
          <a:xfrm>
            <a:off x="4795194" y="3810603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081190CB-400B-431C-A876-A5DEB5FAB96A}"/>
              </a:ext>
            </a:extLst>
          </p:cNvPr>
          <p:cNvSpPr/>
          <p:nvPr/>
        </p:nvSpPr>
        <p:spPr>
          <a:xfrm>
            <a:off x="5401145" y="2793016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E45EA7F-CBB6-4037-A4AF-E921F5D98526}"/>
              </a:ext>
            </a:extLst>
          </p:cNvPr>
          <p:cNvSpPr/>
          <p:nvPr/>
        </p:nvSpPr>
        <p:spPr>
          <a:xfrm>
            <a:off x="5903034" y="2793016"/>
            <a:ext cx="501889" cy="508764"/>
          </a:xfrm>
          <a:prstGeom prst="rect">
            <a:avLst/>
          </a:prstGeom>
          <a:solidFill>
            <a:srgbClr val="5FB7C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7735A096-CC69-4B5F-B2B5-42702E3695C2}"/>
              </a:ext>
            </a:extLst>
          </p:cNvPr>
          <p:cNvSpPr/>
          <p:nvPr/>
        </p:nvSpPr>
        <p:spPr>
          <a:xfrm>
            <a:off x="6404923" y="2793016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7313921-C03C-4156-BEC6-0742BD816F77}"/>
              </a:ext>
            </a:extLst>
          </p:cNvPr>
          <p:cNvSpPr/>
          <p:nvPr/>
        </p:nvSpPr>
        <p:spPr>
          <a:xfrm>
            <a:off x="6906812" y="2793016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F43024C5-4844-4A68-B13F-D71932AD36C7}"/>
              </a:ext>
            </a:extLst>
          </p:cNvPr>
          <p:cNvSpPr/>
          <p:nvPr/>
        </p:nvSpPr>
        <p:spPr>
          <a:xfrm>
            <a:off x="5401145" y="3301780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4B99708-2B97-42BC-AAF6-8DB298563B94}"/>
              </a:ext>
            </a:extLst>
          </p:cNvPr>
          <p:cNvSpPr/>
          <p:nvPr/>
        </p:nvSpPr>
        <p:spPr>
          <a:xfrm>
            <a:off x="5903034" y="3301780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69A8E18-9283-443D-8B8B-D381B5B612B5}"/>
              </a:ext>
            </a:extLst>
          </p:cNvPr>
          <p:cNvSpPr/>
          <p:nvPr/>
        </p:nvSpPr>
        <p:spPr>
          <a:xfrm>
            <a:off x="6404923" y="3301780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C40FFCC6-14C8-49BE-92A7-0C2C9639E565}"/>
              </a:ext>
            </a:extLst>
          </p:cNvPr>
          <p:cNvSpPr/>
          <p:nvPr/>
        </p:nvSpPr>
        <p:spPr>
          <a:xfrm>
            <a:off x="6906812" y="3301780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503C6A4C-EC4E-4762-9184-CCBFCC42FCAD}"/>
              </a:ext>
            </a:extLst>
          </p:cNvPr>
          <p:cNvSpPr/>
          <p:nvPr/>
        </p:nvSpPr>
        <p:spPr>
          <a:xfrm>
            <a:off x="5401145" y="3810544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54A6910-0612-4CEE-AB19-760C24AD048B}"/>
              </a:ext>
            </a:extLst>
          </p:cNvPr>
          <p:cNvSpPr/>
          <p:nvPr/>
        </p:nvSpPr>
        <p:spPr>
          <a:xfrm>
            <a:off x="5903034" y="3810544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BF74978-FC8C-4FF7-ABA2-A6C3DBBDFFBD}"/>
              </a:ext>
            </a:extLst>
          </p:cNvPr>
          <p:cNvSpPr/>
          <p:nvPr/>
        </p:nvSpPr>
        <p:spPr>
          <a:xfrm>
            <a:off x="6404923" y="3810544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6CFBE61-7CF1-4C90-A6AD-E8F9480602ED}"/>
              </a:ext>
            </a:extLst>
          </p:cNvPr>
          <p:cNvSpPr/>
          <p:nvPr/>
        </p:nvSpPr>
        <p:spPr>
          <a:xfrm>
            <a:off x="6906812" y="3810544"/>
            <a:ext cx="501889" cy="508764"/>
          </a:xfrm>
          <a:prstGeom prst="rect">
            <a:avLst/>
          </a:prstGeom>
          <a:solidFill>
            <a:srgbClr val="164C7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AF6A326E-40EB-4CAA-9855-7F1C0ABB3978}"/>
              </a:ext>
            </a:extLst>
          </p:cNvPr>
          <p:cNvCxnSpPr>
            <a:cxnSpLocks/>
          </p:cNvCxnSpPr>
          <p:nvPr/>
        </p:nvCxnSpPr>
        <p:spPr>
          <a:xfrm>
            <a:off x="7408701" y="3565851"/>
            <a:ext cx="501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7" name="对象 156">
            <a:extLst>
              <a:ext uri="{FF2B5EF4-FFF2-40B4-BE49-F238E27FC236}">
                <a16:creationId xmlns:a16="http://schemas.microsoft.com/office/drawing/2014/main" id="{9E559F0E-7201-488A-819B-F09AAD34C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899460"/>
              </p:ext>
            </p:extLst>
          </p:nvPr>
        </p:nvGraphicFramePr>
        <p:xfrm>
          <a:off x="7910589" y="3262857"/>
          <a:ext cx="20431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" name="Equation" r:id="rId22" imgW="1549080" imgH="419040" progId="Equation.DSMT4">
                  <p:embed/>
                </p:oleObj>
              </mc:Choice>
              <mc:Fallback>
                <p:oleObj name="Equation" r:id="rId22" imgW="1549080" imgH="41904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0F966785-5635-49BB-BB82-303F82A263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910589" y="3262857"/>
                        <a:ext cx="2043112" cy="547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5918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1110839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1612728" y="1945602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2114617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2616506" y="1945602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1110839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1612728" y="2454366"/>
            <a:ext cx="501889" cy="508764"/>
          </a:xfrm>
          <a:prstGeom prst="rect">
            <a:avLst/>
          </a:prstGeom>
          <a:solidFill>
            <a:srgbClr val="194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2114617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2616506" y="245436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1110839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1612728" y="2963130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2114617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2616506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DEE31-F277-479B-AF1C-9779D7EFB2F2}"/>
              </a:ext>
            </a:extLst>
          </p:cNvPr>
          <p:cNvSpPr/>
          <p:nvPr/>
        </p:nvSpPr>
        <p:spPr>
          <a:xfrm>
            <a:off x="3118395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3C76CC-58B1-4BD4-A4EF-6A491546EF99}"/>
              </a:ext>
            </a:extLst>
          </p:cNvPr>
          <p:cNvSpPr/>
          <p:nvPr/>
        </p:nvSpPr>
        <p:spPr>
          <a:xfrm>
            <a:off x="3620284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B1479-F514-4FD1-861D-916B6AD948DD}"/>
              </a:ext>
            </a:extLst>
          </p:cNvPr>
          <p:cNvSpPr/>
          <p:nvPr/>
        </p:nvSpPr>
        <p:spPr>
          <a:xfrm>
            <a:off x="4122173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1152F4-E465-49E7-8420-E1E363ACE515}"/>
              </a:ext>
            </a:extLst>
          </p:cNvPr>
          <p:cNvSpPr/>
          <p:nvPr/>
        </p:nvSpPr>
        <p:spPr>
          <a:xfrm>
            <a:off x="4624062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4769A-C275-4E72-9525-74C2E31FE4CD}"/>
              </a:ext>
            </a:extLst>
          </p:cNvPr>
          <p:cNvSpPr/>
          <p:nvPr/>
        </p:nvSpPr>
        <p:spPr>
          <a:xfrm>
            <a:off x="3118395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8B738E-9DE6-4434-87CA-F78C1CFF81FC}"/>
              </a:ext>
            </a:extLst>
          </p:cNvPr>
          <p:cNvSpPr/>
          <p:nvPr/>
        </p:nvSpPr>
        <p:spPr>
          <a:xfrm>
            <a:off x="3620284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F384E-0CE8-4B03-A354-DA46E05BF23C}"/>
              </a:ext>
            </a:extLst>
          </p:cNvPr>
          <p:cNvSpPr/>
          <p:nvPr/>
        </p:nvSpPr>
        <p:spPr>
          <a:xfrm>
            <a:off x="4122173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C6324-C4D6-444C-926D-51FF7139A849}"/>
              </a:ext>
            </a:extLst>
          </p:cNvPr>
          <p:cNvSpPr/>
          <p:nvPr/>
        </p:nvSpPr>
        <p:spPr>
          <a:xfrm>
            <a:off x="4624062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00694E-E012-4B89-90DD-31817B8F5517}"/>
              </a:ext>
            </a:extLst>
          </p:cNvPr>
          <p:cNvSpPr/>
          <p:nvPr/>
        </p:nvSpPr>
        <p:spPr>
          <a:xfrm>
            <a:off x="3118395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F2BA9F-1448-418B-A48C-1AD311F997C5}"/>
              </a:ext>
            </a:extLst>
          </p:cNvPr>
          <p:cNvSpPr/>
          <p:nvPr/>
        </p:nvSpPr>
        <p:spPr>
          <a:xfrm>
            <a:off x="3620284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7E72F3-F616-4C53-B99F-6E31FD25BE3C}"/>
              </a:ext>
            </a:extLst>
          </p:cNvPr>
          <p:cNvSpPr/>
          <p:nvPr/>
        </p:nvSpPr>
        <p:spPr>
          <a:xfrm>
            <a:off x="4122173" y="2963130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632EB-BD2A-48A1-AC90-0A4FFAAB0614}"/>
              </a:ext>
            </a:extLst>
          </p:cNvPr>
          <p:cNvSpPr/>
          <p:nvPr/>
        </p:nvSpPr>
        <p:spPr>
          <a:xfrm>
            <a:off x="4624062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C94B5C-C4F4-4814-B715-A8C2C818DD11}"/>
              </a:ext>
            </a:extLst>
          </p:cNvPr>
          <p:cNvSpPr/>
          <p:nvPr/>
        </p:nvSpPr>
        <p:spPr>
          <a:xfrm>
            <a:off x="5125951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0B56D-E5FD-4ED5-9B09-9F68468D6FDC}"/>
              </a:ext>
            </a:extLst>
          </p:cNvPr>
          <p:cNvSpPr/>
          <p:nvPr/>
        </p:nvSpPr>
        <p:spPr>
          <a:xfrm>
            <a:off x="5627840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75FAD3-4E53-4E58-8EDA-4D4C9CA7E0D4}"/>
              </a:ext>
            </a:extLst>
          </p:cNvPr>
          <p:cNvSpPr/>
          <p:nvPr/>
        </p:nvSpPr>
        <p:spPr>
          <a:xfrm>
            <a:off x="6129729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EC7D1D-DB04-4038-8EDE-4C0E2F94C958}"/>
              </a:ext>
            </a:extLst>
          </p:cNvPr>
          <p:cNvSpPr/>
          <p:nvPr/>
        </p:nvSpPr>
        <p:spPr>
          <a:xfrm>
            <a:off x="6631618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B190B1-00A3-4EE4-BD78-038CC9ED16C6}"/>
              </a:ext>
            </a:extLst>
          </p:cNvPr>
          <p:cNvSpPr/>
          <p:nvPr/>
        </p:nvSpPr>
        <p:spPr>
          <a:xfrm>
            <a:off x="5125951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08DB6-107A-45C6-BFAF-0C0DC09AEDF9}"/>
              </a:ext>
            </a:extLst>
          </p:cNvPr>
          <p:cNvSpPr/>
          <p:nvPr/>
        </p:nvSpPr>
        <p:spPr>
          <a:xfrm>
            <a:off x="5627840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6364EA-0756-4B12-8E1E-621A17E36F2B}"/>
              </a:ext>
            </a:extLst>
          </p:cNvPr>
          <p:cNvSpPr/>
          <p:nvPr/>
        </p:nvSpPr>
        <p:spPr>
          <a:xfrm>
            <a:off x="6129729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08FA55-B522-497C-9AB3-68AAF734E71E}"/>
              </a:ext>
            </a:extLst>
          </p:cNvPr>
          <p:cNvSpPr/>
          <p:nvPr/>
        </p:nvSpPr>
        <p:spPr>
          <a:xfrm>
            <a:off x="6631618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9819F-96BF-4CFA-9FFB-C54E86106910}"/>
              </a:ext>
            </a:extLst>
          </p:cNvPr>
          <p:cNvSpPr/>
          <p:nvPr/>
        </p:nvSpPr>
        <p:spPr>
          <a:xfrm>
            <a:off x="5125951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669D45-EC38-4E75-8651-31BB6F4378A0}"/>
              </a:ext>
            </a:extLst>
          </p:cNvPr>
          <p:cNvSpPr/>
          <p:nvPr/>
        </p:nvSpPr>
        <p:spPr>
          <a:xfrm>
            <a:off x="5627840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751E5-238A-49C4-A63F-94827F43ADFF}"/>
              </a:ext>
            </a:extLst>
          </p:cNvPr>
          <p:cNvSpPr/>
          <p:nvPr/>
        </p:nvSpPr>
        <p:spPr>
          <a:xfrm>
            <a:off x="6129729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8AAEDB-F7C1-4C71-9F2B-022DCC3C1622}"/>
              </a:ext>
            </a:extLst>
          </p:cNvPr>
          <p:cNvSpPr/>
          <p:nvPr/>
        </p:nvSpPr>
        <p:spPr>
          <a:xfrm>
            <a:off x="6631618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86B8B2D-19AE-4CDB-B899-4412FBE47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199" y="2029327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3" imgW="152280" imgH="228600" progId="Equation.DSMT4">
                  <p:embed/>
                </p:oleObj>
              </mc:Choice>
              <mc:Fallback>
                <p:oleObj name="Equation" r:id="rId3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0199" y="2029327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C0F32B7-857C-484B-B690-CF5947E3D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0662" y="1628254"/>
          <a:ext cx="5902845" cy="327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Equation" r:id="rId5" imgW="4343400" imgH="241200" progId="Equation.DSMT4">
                  <p:embed/>
                </p:oleObj>
              </mc:Choice>
              <mc:Fallback>
                <p:oleObj name="Equation" r:id="rId5" imgW="43434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0662" y="1628254"/>
                        <a:ext cx="5902845" cy="327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46504AD-0C84-4CC8-AB06-E0594D68B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2904" y="2538088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2904" y="2538088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D998D3FF-FEEE-4916-BB81-AE56FB926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8226" y="3046850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8226" y="3046850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1C8D191-C27B-4FED-80B2-BA8012CCA06C}"/>
              </a:ext>
            </a:extLst>
          </p:cNvPr>
          <p:cNvCxnSpPr>
            <a:cxnSpLocks/>
          </p:cNvCxnSpPr>
          <p:nvPr/>
        </p:nvCxnSpPr>
        <p:spPr>
          <a:xfrm>
            <a:off x="3118395" y="1643380"/>
            <a:ext cx="0" cy="20633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E246CB-E883-43B2-BEE1-62368365D6D9}"/>
              </a:ext>
            </a:extLst>
          </p:cNvPr>
          <p:cNvCxnSpPr>
            <a:cxnSpLocks/>
          </p:cNvCxnSpPr>
          <p:nvPr/>
        </p:nvCxnSpPr>
        <p:spPr>
          <a:xfrm>
            <a:off x="5125951" y="1643380"/>
            <a:ext cx="0" cy="20684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09E1607-F275-4E67-BDA9-1EC1CAD4C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6868" y="3472180"/>
          <a:ext cx="10461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11" imgW="838080" imgH="203040" progId="Equation.DSMT4">
                  <p:embed/>
                </p:oleObj>
              </mc:Choice>
              <mc:Fallback>
                <p:oleObj name="Equation" r:id="rId11" imgW="838080" imgH="2030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09E1607-F275-4E67-BDA9-1EC1CAD4C6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06868" y="3472180"/>
                        <a:ext cx="1046162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7D4F9671-E837-44C0-8DCE-B69138353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0455" y="3462655"/>
          <a:ext cx="963613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13" imgW="799920" imgH="203040" progId="Equation.DSMT4">
                  <p:embed/>
                </p:oleObj>
              </mc:Choice>
              <mc:Fallback>
                <p:oleObj name="Equation" r:id="rId13" imgW="799920" imgH="2030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7D4F9671-E837-44C0-8DCE-B6913835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40455" y="3462655"/>
                        <a:ext cx="963613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8862" y="3469007"/>
          <a:ext cx="966094" cy="244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15" imgW="799920" imgH="203040" progId="Equation.DSMT4">
                  <p:embed/>
                </p:oleObj>
              </mc:Choice>
              <mc:Fallback>
                <p:oleObj name="Equation" r:id="rId15" imgW="79992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58862" y="3469007"/>
                        <a:ext cx="966094" cy="244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A0DD2AA5-CB3F-420E-95AD-E8F1AC837AE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39278" y="1294678"/>
            <a:ext cx="2895283" cy="333717"/>
          </a:xfrm>
          <a:prstGeom prst="bentConnector3">
            <a:avLst>
              <a:gd name="adj1" fmla="val 100181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E07D79B6-4502-4918-82E6-1F34FF3DE0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87725" y="1295112"/>
            <a:ext cx="1485393" cy="333141"/>
          </a:xfrm>
          <a:prstGeom prst="bentConnector3">
            <a:avLst>
              <a:gd name="adj1" fmla="val 10012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18DA038F-011A-4C9A-9F13-5D7549F409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60942" y="1461608"/>
            <a:ext cx="333287" cy="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134412B8-6B4D-4CD8-B6A2-E9E2A6F9EC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392090"/>
              </p:ext>
            </p:extLst>
          </p:nvPr>
        </p:nvGraphicFramePr>
        <p:xfrm>
          <a:off x="4769044" y="1203630"/>
          <a:ext cx="2359944" cy="26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Equation" r:id="rId17" imgW="2145960" imgH="241200" progId="Equation.DSMT4">
                  <p:embed/>
                </p:oleObj>
              </mc:Choice>
              <mc:Fallback>
                <p:oleObj name="Equation" r:id="rId17" imgW="21459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69044" y="1203630"/>
                        <a:ext cx="2359944" cy="26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2363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1110839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1612728" y="1945602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2114617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2616506" y="1945602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1110839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1612728" y="2454366"/>
            <a:ext cx="501889" cy="508764"/>
          </a:xfrm>
          <a:prstGeom prst="rect">
            <a:avLst/>
          </a:prstGeom>
          <a:solidFill>
            <a:srgbClr val="19487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2114617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2616506" y="245436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1110839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1612728" y="2963130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2114617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2616506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DEE31-F277-479B-AF1C-9779D7EFB2F2}"/>
              </a:ext>
            </a:extLst>
          </p:cNvPr>
          <p:cNvSpPr/>
          <p:nvPr/>
        </p:nvSpPr>
        <p:spPr>
          <a:xfrm>
            <a:off x="3118395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3C76CC-58B1-4BD4-A4EF-6A491546EF99}"/>
              </a:ext>
            </a:extLst>
          </p:cNvPr>
          <p:cNvSpPr/>
          <p:nvPr/>
        </p:nvSpPr>
        <p:spPr>
          <a:xfrm>
            <a:off x="3620284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B1479-F514-4FD1-861D-916B6AD948DD}"/>
              </a:ext>
            </a:extLst>
          </p:cNvPr>
          <p:cNvSpPr/>
          <p:nvPr/>
        </p:nvSpPr>
        <p:spPr>
          <a:xfrm>
            <a:off x="4122173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1152F4-E465-49E7-8420-E1E363ACE515}"/>
              </a:ext>
            </a:extLst>
          </p:cNvPr>
          <p:cNvSpPr/>
          <p:nvPr/>
        </p:nvSpPr>
        <p:spPr>
          <a:xfrm>
            <a:off x="4624062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4769A-C275-4E72-9525-74C2E31FE4CD}"/>
              </a:ext>
            </a:extLst>
          </p:cNvPr>
          <p:cNvSpPr/>
          <p:nvPr/>
        </p:nvSpPr>
        <p:spPr>
          <a:xfrm>
            <a:off x="3118395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8B738E-9DE6-4434-87CA-F78C1CFF81FC}"/>
              </a:ext>
            </a:extLst>
          </p:cNvPr>
          <p:cNvSpPr/>
          <p:nvPr/>
        </p:nvSpPr>
        <p:spPr>
          <a:xfrm>
            <a:off x="3620284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F384E-0CE8-4B03-A354-DA46E05BF23C}"/>
              </a:ext>
            </a:extLst>
          </p:cNvPr>
          <p:cNvSpPr/>
          <p:nvPr/>
        </p:nvSpPr>
        <p:spPr>
          <a:xfrm>
            <a:off x="4122173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C6324-C4D6-444C-926D-51FF7139A849}"/>
              </a:ext>
            </a:extLst>
          </p:cNvPr>
          <p:cNvSpPr/>
          <p:nvPr/>
        </p:nvSpPr>
        <p:spPr>
          <a:xfrm>
            <a:off x="4624062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00694E-E012-4B89-90DD-31817B8F5517}"/>
              </a:ext>
            </a:extLst>
          </p:cNvPr>
          <p:cNvSpPr/>
          <p:nvPr/>
        </p:nvSpPr>
        <p:spPr>
          <a:xfrm>
            <a:off x="3118395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F2BA9F-1448-418B-A48C-1AD311F997C5}"/>
              </a:ext>
            </a:extLst>
          </p:cNvPr>
          <p:cNvSpPr/>
          <p:nvPr/>
        </p:nvSpPr>
        <p:spPr>
          <a:xfrm>
            <a:off x="3620284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7E72F3-F616-4C53-B99F-6E31FD25BE3C}"/>
              </a:ext>
            </a:extLst>
          </p:cNvPr>
          <p:cNvSpPr/>
          <p:nvPr/>
        </p:nvSpPr>
        <p:spPr>
          <a:xfrm>
            <a:off x="4122173" y="2963130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632EB-BD2A-48A1-AC90-0A4FFAAB0614}"/>
              </a:ext>
            </a:extLst>
          </p:cNvPr>
          <p:cNvSpPr/>
          <p:nvPr/>
        </p:nvSpPr>
        <p:spPr>
          <a:xfrm>
            <a:off x="4624062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C94B5C-C4F4-4814-B715-A8C2C818DD11}"/>
              </a:ext>
            </a:extLst>
          </p:cNvPr>
          <p:cNvSpPr/>
          <p:nvPr/>
        </p:nvSpPr>
        <p:spPr>
          <a:xfrm>
            <a:off x="5125951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0B56D-E5FD-4ED5-9B09-9F68468D6FDC}"/>
              </a:ext>
            </a:extLst>
          </p:cNvPr>
          <p:cNvSpPr/>
          <p:nvPr/>
        </p:nvSpPr>
        <p:spPr>
          <a:xfrm>
            <a:off x="5627840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75FAD3-4E53-4E58-8EDA-4D4C9CA7E0D4}"/>
              </a:ext>
            </a:extLst>
          </p:cNvPr>
          <p:cNvSpPr/>
          <p:nvPr/>
        </p:nvSpPr>
        <p:spPr>
          <a:xfrm>
            <a:off x="6129729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EC7D1D-DB04-4038-8EDE-4C0E2F94C958}"/>
              </a:ext>
            </a:extLst>
          </p:cNvPr>
          <p:cNvSpPr/>
          <p:nvPr/>
        </p:nvSpPr>
        <p:spPr>
          <a:xfrm>
            <a:off x="6631618" y="1945602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B190B1-00A3-4EE4-BD78-038CC9ED16C6}"/>
              </a:ext>
            </a:extLst>
          </p:cNvPr>
          <p:cNvSpPr/>
          <p:nvPr/>
        </p:nvSpPr>
        <p:spPr>
          <a:xfrm>
            <a:off x="5125951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08DB6-107A-45C6-BFAF-0C0DC09AEDF9}"/>
              </a:ext>
            </a:extLst>
          </p:cNvPr>
          <p:cNvSpPr/>
          <p:nvPr/>
        </p:nvSpPr>
        <p:spPr>
          <a:xfrm>
            <a:off x="5627840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6364EA-0756-4B12-8E1E-621A17E36F2B}"/>
              </a:ext>
            </a:extLst>
          </p:cNvPr>
          <p:cNvSpPr/>
          <p:nvPr/>
        </p:nvSpPr>
        <p:spPr>
          <a:xfrm>
            <a:off x="6129729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08FA55-B522-497C-9AB3-68AAF734E71E}"/>
              </a:ext>
            </a:extLst>
          </p:cNvPr>
          <p:cNvSpPr/>
          <p:nvPr/>
        </p:nvSpPr>
        <p:spPr>
          <a:xfrm>
            <a:off x="6631618" y="2454366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9819F-96BF-4CFA-9FFB-C54E86106910}"/>
              </a:ext>
            </a:extLst>
          </p:cNvPr>
          <p:cNvSpPr/>
          <p:nvPr/>
        </p:nvSpPr>
        <p:spPr>
          <a:xfrm>
            <a:off x="5125951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669D45-EC38-4E75-8651-31BB6F4378A0}"/>
              </a:ext>
            </a:extLst>
          </p:cNvPr>
          <p:cNvSpPr/>
          <p:nvPr/>
        </p:nvSpPr>
        <p:spPr>
          <a:xfrm>
            <a:off x="5627840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751E5-238A-49C4-A63F-94827F43ADFF}"/>
              </a:ext>
            </a:extLst>
          </p:cNvPr>
          <p:cNvSpPr/>
          <p:nvPr/>
        </p:nvSpPr>
        <p:spPr>
          <a:xfrm>
            <a:off x="6129729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8AAEDB-F7C1-4C71-9F2B-022DCC3C1622}"/>
              </a:ext>
            </a:extLst>
          </p:cNvPr>
          <p:cNvSpPr/>
          <p:nvPr/>
        </p:nvSpPr>
        <p:spPr>
          <a:xfrm>
            <a:off x="6631618" y="2963130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86B8B2D-19AE-4CDB-B899-4412FBE47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199" y="2029327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name="Equation" r:id="rId3" imgW="152280" imgH="228600" progId="Equation.DSMT4">
                  <p:embed/>
                </p:oleObj>
              </mc:Choice>
              <mc:Fallback>
                <p:oleObj name="Equation" r:id="rId3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0199" y="2029327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C0F32B7-857C-484B-B690-CF5947E3D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0662" y="1628254"/>
          <a:ext cx="5902845" cy="327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Equation" r:id="rId5" imgW="4343400" imgH="241200" progId="Equation.DSMT4">
                  <p:embed/>
                </p:oleObj>
              </mc:Choice>
              <mc:Fallback>
                <p:oleObj name="Equation" r:id="rId5" imgW="43434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0662" y="1628254"/>
                        <a:ext cx="5902845" cy="327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46504AD-0C84-4CC8-AB06-E0594D68B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2904" y="2538088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2904" y="2538088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D998D3FF-FEEE-4916-BB81-AE56FB926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8226" y="3046850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8226" y="3046850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1C8D191-C27B-4FED-80B2-BA8012CCA06C}"/>
              </a:ext>
            </a:extLst>
          </p:cNvPr>
          <p:cNvCxnSpPr>
            <a:cxnSpLocks/>
          </p:cNvCxnSpPr>
          <p:nvPr/>
        </p:nvCxnSpPr>
        <p:spPr>
          <a:xfrm>
            <a:off x="3118395" y="1643380"/>
            <a:ext cx="0" cy="20633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E246CB-E883-43B2-BEE1-62368365D6D9}"/>
              </a:ext>
            </a:extLst>
          </p:cNvPr>
          <p:cNvCxnSpPr>
            <a:cxnSpLocks/>
          </p:cNvCxnSpPr>
          <p:nvPr/>
        </p:nvCxnSpPr>
        <p:spPr>
          <a:xfrm>
            <a:off x="5125951" y="1643380"/>
            <a:ext cx="0" cy="20684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09E1607-F275-4E67-BDA9-1EC1CAD4C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6868" y="3472180"/>
          <a:ext cx="10461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11" imgW="838080" imgH="203040" progId="Equation.DSMT4">
                  <p:embed/>
                </p:oleObj>
              </mc:Choice>
              <mc:Fallback>
                <p:oleObj name="Equation" r:id="rId11" imgW="838080" imgH="2030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09E1607-F275-4E67-BDA9-1EC1CAD4C6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06868" y="3472180"/>
                        <a:ext cx="1046162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7D4F9671-E837-44C0-8DCE-B69138353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0455" y="3462655"/>
          <a:ext cx="963613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13" imgW="799920" imgH="203040" progId="Equation.DSMT4">
                  <p:embed/>
                </p:oleObj>
              </mc:Choice>
              <mc:Fallback>
                <p:oleObj name="Equation" r:id="rId13" imgW="799920" imgH="2030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7D4F9671-E837-44C0-8DCE-B6913835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40455" y="3462655"/>
                        <a:ext cx="963613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8862" y="3469007"/>
          <a:ext cx="966094" cy="244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15" imgW="799920" imgH="203040" progId="Equation.DSMT4">
                  <p:embed/>
                </p:oleObj>
              </mc:Choice>
              <mc:Fallback>
                <p:oleObj name="Equation" r:id="rId15" imgW="79992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58862" y="3469007"/>
                        <a:ext cx="966094" cy="244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A0DD2AA5-CB3F-420E-95AD-E8F1AC837AE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39278" y="1294678"/>
            <a:ext cx="2895283" cy="333717"/>
          </a:xfrm>
          <a:prstGeom prst="bentConnector3">
            <a:avLst>
              <a:gd name="adj1" fmla="val 100181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E07D79B6-4502-4918-82E6-1F34FF3DE0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87725" y="1295112"/>
            <a:ext cx="1485393" cy="333141"/>
          </a:xfrm>
          <a:prstGeom prst="bentConnector3">
            <a:avLst>
              <a:gd name="adj1" fmla="val 10012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18DA038F-011A-4C9A-9F13-5D7549F409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60942" y="1461608"/>
            <a:ext cx="333287" cy="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134412B8-6B4D-4CD8-B6A2-E9E2A6F9EC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9044" y="1203630"/>
          <a:ext cx="2359944" cy="26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17" imgW="2145960" imgH="241200" progId="Equation.DSMT4">
                  <p:embed/>
                </p:oleObj>
              </mc:Choice>
              <mc:Fallback>
                <p:oleObj name="Equation" r:id="rId17" imgW="2145960" imgH="24120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134412B8-6B4D-4CD8-B6A2-E9E2A6F9E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69044" y="1203630"/>
                        <a:ext cx="2359944" cy="26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806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1110839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1612728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2114617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2616506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1110839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1612728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2114617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2616506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1110839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1612728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2114617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2616506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9DEE31-F277-479B-AF1C-9779D7EFB2F2}"/>
              </a:ext>
            </a:extLst>
          </p:cNvPr>
          <p:cNvSpPr/>
          <p:nvPr/>
        </p:nvSpPr>
        <p:spPr>
          <a:xfrm>
            <a:off x="3118395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3C76CC-58B1-4BD4-A4EF-6A491546EF99}"/>
              </a:ext>
            </a:extLst>
          </p:cNvPr>
          <p:cNvSpPr/>
          <p:nvPr/>
        </p:nvSpPr>
        <p:spPr>
          <a:xfrm>
            <a:off x="3620284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8B1479-F514-4FD1-861D-916B6AD948DD}"/>
              </a:ext>
            </a:extLst>
          </p:cNvPr>
          <p:cNvSpPr/>
          <p:nvPr/>
        </p:nvSpPr>
        <p:spPr>
          <a:xfrm>
            <a:off x="4122173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1152F4-E465-49E7-8420-E1E363ACE515}"/>
              </a:ext>
            </a:extLst>
          </p:cNvPr>
          <p:cNvSpPr/>
          <p:nvPr/>
        </p:nvSpPr>
        <p:spPr>
          <a:xfrm>
            <a:off x="4624062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14769A-C275-4E72-9525-74C2E31FE4CD}"/>
              </a:ext>
            </a:extLst>
          </p:cNvPr>
          <p:cNvSpPr/>
          <p:nvPr/>
        </p:nvSpPr>
        <p:spPr>
          <a:xfrm>
            <a:off x="3118395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8B738E-9DE6-4434-87CA-F78C1CFF81FC}"/>
              </a:ext>
            </a:extLst>
          </p:cNvPr>
          <p:cNvSpPr/>
          <p:nvPr/>
        </p:nvSpPr>
        <p:spPr>
          <a:xfrm>
            <a:off x="3620284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F384E-0CE8-4B03-A354-DA46E05BF23C}"/>
              </a:ext>
            </a:extLst>
          </p:cNvPr>
          <p:cNvSpPr/>
          <p:nvPr/>
        </p:nvSpPr>
        <p:spPr>
          <a:xfrm>
            <a:off x="4122173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C6324-C4D6-444C-926D-51FF7139A849}"/>
              </a:ext>
            </a:extLst>
          </p:cNvPr>
          <p:cNvSpPr/>
          <p:nvPr/>
        </p:nvSpPr>
        <p:spPr>
          <a:xfrm>
            <a:off x="4624062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00694E-E012-4B89-90DD-31817B8F5517}"/>
              </a:ext>
            </a:extLst>
          </p:cNvPr>
          <p:cNvSpPr/>
          <p:nvPr/>
        </p:nvSpPr>
        <p:spPr>
          <a:xfrm>
            <a:off x="3118395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F2BA9F-1448-418B-A48C-1AD311F997C5}"/>
              </a:ext>
            </a:extLst>
          </p:cNvPr>
          <p:cNvSpPr/>
          <p:nvPr/>
        </p:nvSpPr>
        <p:spPr>
          <a:xfrm>
            <a:off x="3620284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37E72F3-F616-4C53-B99F-6E31FD25BE3C}"/>
              </a:ext>
            </a:extLst>
          </p:cNvPr>
          <p:cNvSpPr/>
          <p:nvPr/>
        </p:nvSpPr>
        <p:spPr>
          <a:xfrm>
            <a:off x="4122173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0632EB-BD2A-48A1-AC90-0A4FFAAB0614}"/>
              </a:ext>
            </a:extLst>
          </p:cNvPr>
          <p:cNvSpPr/>
          <p:nvPr/>
        </p:nvSpPr>
        <p:spPr>
          <a:xfrm>
            <a:off x="4624062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C94B5C-C4F4-4814-B715-A8C2C818DD11}"/>
              </a:ext>
            </a:extLst>
          </p:cNvPr>
          <p:cNvSpPr/>
          <p:nvPr/>
        </p:nvSpPr>
        <p:spPr>
          <a:xfrm>
            <a:off x="5125951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00B56D-E5FD-4ED5-9B09-9F68468D6FDC}"/>
              </a:ext>
            </a:extLst>
          </p:cNvPr>
          <p:cNvSpPr/>
          <p:nvPr/>
        </p:nvSpPr>
        <p:spPr>
          <a:xfrm>
            <a:off x="5627840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75FAD3-4E53-4E58-8EDA-4D4C9CA7E0D4}"/>
              </a:ext>
            </a:extLst>
          </p:cNvPr>
          <p:cNvSpPr/>
          <p:nvPr/>
        </p:nvSpPr>
        <p:spPr>
          <a:xfrm>
            <a:off x="6129729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EC7D1D-DB04-4038-8EDE-4C0E2F94C958}"/>
              </a:ext>
            </a:extLst>
          </p:cNvPr>
          <p:cNvSpPr/>
          <p:nvPr/>
        </p:nvSpPr>
        <p:spPr>
          <a:xfrm>
            <a:off x="6631618" y="1945602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B190B1-00A3-4EE4-BD78-038CC9ED16C6}"/>
              </a:ext>
            </a:extLst>
          </p:cNvPr>
          <p:cNvSpPr/>
          <p:nvPr/>
        </p:nvSpPr>
        <p:spPr>
          <a:xfrm>
            <a:off x="5125951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308DB6-107A-45C6-BFAF-0C0DC09AEDF9}"/>
              </a:ext>
            </a:extLst>
          </p:cNvPr>
          <p:cNvSpPr/>
          <p:nvPr/>
        </p:nvSpPr>
        <p:spPr>
          <a:xfrm>
            <a:off x="5627840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6364EA-0756-4B12-8E1E-621A17E36F2B}"/>
              </a:ext>
            </a:extLst>
          </p:cNvPr>
          <p:cNvSpPr/>
          <p:nvPr/>
        </p:nvSpPr>
        <p:spPr>
          <a:xfrm>
            <a:off x="6129729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08FA55-B522-497C-9AB3-68AAF734E71E}"/>
              </a:ext>
            </a:extLst>
          </p:cNvPr>
          <p:cNvSpPr/>
          <p:nvPr/>
        </p:nvSpPr>
        <p:spPr>
          <a:xfrm>
            <a:off x="6631618" y="245436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F9819F-96BF-4CFA-9FFB-C54E86106910}"/>
              </a:ext>
            </a:extLst>
          </p:cNvPr>
          <p:cNvSpPr/>
          <p:nvPr/>
        </p:nvSpPr>
        <p:spPr>
          <a:xfrm>
            <a:off x="5125951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669D45-EC38-4E75-8651-31BB6F4378A0}"/>
              </a:ext>
            </a:extLst>
          </p:cNvPr>
          <p:cNvSpPr/>
          <p:nvPr/>
        </p:nvSpPr>
        <p:spPr>
          <a:xfrm>
            <a:off x="5627840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751E5-238A-49C4-A63F-94827F43ADFF}"/>
              </a:ext>
            </a:extLst>
          </p:cNvPr>
          <p:cNvSpPr/>
          <p:nvPr/>
        </p:nvSpPr>
        <p:spPr>
          <a:xfrm>
            <a:off x="6129729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8AAEDB-F7C1-4C71-9F2B-022DCC3C1622}"/>
              </a:ext>
            </a:extLst>
          </p:cNvPr>
          <p:cNvSpPr/>
          <p:nvPr/>
        </p:nvSpPr>
        <p:spPr>
          <a:xfrm>
            <a:off x="6631618" y="296313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486B8B2D-19AE-4CDB-B899-4412FBE47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199" y="2029327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Equation" r:id="rId3" imgW="152280" imgH="228600" progId="Equation.DSMT4">
                  <p:embed/>
                </p:oleObj>
              </mc:Choice>
              <mc:Fallback>
                <p:oleObj name="Equation" r:id="rId3" imgW="152280" imgH="2286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486B8B2D-19AE-4CDB-B899-4412FBE47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0199" y="2029327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C0F32B7-857C-484B-B690-CF5947E3D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0662" y="1628254"/>
          <a:ext cx="5902845" cy="327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Equation" r:id="rId5" imgW="4343400" imgH="241200" progId="Equation.DSMT4">
                  <p:embed/>
                </p:oleObj>
              </mc:Choice>
              <mc:Fallback>
                <p:oleObj name="Equation" r:id="rId5" imgW="43434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C0F32B7-857C-484B-B690-CF5947E3D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0662" y="1628254"/>
                        <a:ext cx="5902845" cy="327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46504AD-0C84-4CC8-AB06-E0594D68B1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2904" y="2538088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A46504AD-0C84-4CC8-AB06-E0594D68B1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2904" y="2538088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D998D3FF-FEEE-4916-BB81-AE56FB926A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8226" y="3046850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D998D3FF-FEEE-4916-BB81-AE56FB926A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8226" y="3046850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1C8D191-C27B-4FED-80B2-BA8012CCA06C}"/>
              </a:ext>
            </a:extLst>
          </p:cNvPr>
          <p:cNvCxnSpPr>
            <a:cxnSpLocks/>
          </p:cNvCxnSpPr>
          <p:nvPr/>
        </p:nvCxnSpPr>
        <p:spPr>
          <a:xfrm>
            <a:off x="3118395" y="1643380"/>
            <a:ext cx="0" cy="206339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E246CB-E883-43B2-BEE1-62368365D6D9}"/>
              </a:ext>
            </a:extLst>
          </p:cNvPr>
          <p:cNvCxnSpPr>
            <a:cxnSpLocks/>
          </p:cNvCxnSpPr>
          <p:nvPr/>
        </p:nvCxnSpPr>
        <p:spPr>
          <a:xfrm>
            <a:off x="5125951" y="1643380"/>
            <a:ext cx="0" cy="20684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F09E1607-F275-4E67-BDA9-1EC1CAD4C6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6868" y="3472180"/>
          <a:ext cx="104616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Equation" r:id="rId11" imgW="838080" imgH="203040" progId="Equation.DSMT4">
                  <p:embed/>
                </p:oleObj>
              </mc:Choice>
              <mc:Fallback>
                <p:oleObj name="Equation" r:id="rId11" imgW="838080" imgH="20304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F09E1607-F275-4E67-BDA9-1EC1CAD4C6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06868" y="3472180"/>
                        <a:ext cx="1046162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7D4F9671-E837-44C0-8DCE-B691383539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0455" y="3462655"/>
          <a:ext cx="963613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Equation" r:id="rId13" imgW="799920" imgH="203040" progId="Equation.DSMT4">
                  <p:embed/>
                </p:oleObj>
              </mc:Choice>
              <mc:Fallback>
                <p:oleObj name="Equation" r:id="rId13" imgW="799920" imgH="20304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7D4F9671-E837-44C0-8DCE-B691383539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40455" y="3462655"/>
                        <a:ext cx="963613" cy="244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A1AB63B-C6E0-4783-A3F7-83A11DBC2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8862" y="3469007"/>
          <a:ext cx="966094" cy="244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Equation" r:id="rId15" imgW="799920" imgH="203040" progId="Equation.DSMT4">
                  <p:embed/>
                </p:oleObj>
              </mc:Choice>
              <mc:Fallback>
                <p:oleObj name="Equation" r:id="rId15" imgW="799920" imgH="20304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3A1AB63B-C6E0-4783-A3F7-83A11DBC25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58862" y="3469007"/>
                        <a:ext cx="966094" cy="244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" name="连接符: 肘形 2">
            <a:extLst>
              <a:ext uri="{FF2B5EF4-FFF2-40B4-BE49-F238E27FC236}">
                <a16:creationId xmlns:a16="http://schemas.microsoft.com/office/drawing/2014/main" id="{A0DD2AA5-CB3F-420E-95AD-E8F1AC837AE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39278" y="1294678"/>
            <a:ext cx="2895283" cy="333717"/>
          </a:xfrm>
          <a:prstGeom prst="bentConnector3">
            <a:avLst>
              <a:gd name="adj1" fmla="val 100181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E07D79B6-4502-4918-82E6-1F34FF3DE0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87725" y="1295112"/>
            <a:ext cx="1485393" cy="333141"/>
          </a:xfrm>
          <a:prstGeom prst="bentConnector3">
            <a:avLst>
              <a:gd name="adj1" fmla="val 10012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18DA038F-011A-4C9A-9F13-5D7549F409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60942" y="1461608"/>
            <a:ext cx="333287" cy="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134412B8-6B4D-4CD8-B6A2-E9E2A6F9EC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9044" y="1203630"/>
          <a:ext cx="2359944" cy="26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Equation" r:id="rId17" imgW="2145960" imgH="241200" progId="Equation.DSMT4">
                  <p:embed/>
                </p:oleObj>
              </mc:Choice>
              <mc:Fallback>
                <p:oleObj name="Equation" r:id="rId17" imgW="2145960" imgH="24120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134412B8-6B4D-4CD8-B6A2-E9E2A6F9E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69044" y="1203630"/>
                        <a:ext cx="2359944" cy="265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03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矩形 187">
            <a:extLst>
              <a:ext uri="{FF2B5EF4-FFF2-40B4-BE49-F238E27FC236}">
                <a16:creationId xmlns:a16="http://schemas.microsoft.com/office/drawing/2014/main" id="{1CCD29F7-B954-48B6-AB74-682A91BD550B}"/>
              </a:ext>
            </a:extLst>
          </p:cNvPr>
          <p:cNvSpPr/>
          <p:nvPr/>
        </p:nvSpPr>
        <p:spPr>
          <a:xfrm>
            <a:off x="1492621" y="1690081"/>
            <a:ext cx="5174879" cy="254812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1FD4A380-B576-4100-9A8D-D3F06F5362FB}"/>
              </a:ext>
            </a:extLst>
          </p:cNvPr>
          <p:cNvSpPr/>
          <p:nvPr/>
        </p:nvSpPr>
        <p:spPr>
          <a:xfrm>
            <a:off x="5695951" y="2852102"/>
            <a:ext cx="872194" cy="358882"/>
          </a:xfrm>
          <a:prstGeom prst="rect">
            <a:avLst/>
          </a:prstGeom>
          <a:solidFill>
            <a:srgbClr val="E3E2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AC4BD791-5FBB-43BD-9152-EB02AC4A7B8C}"/>
              </a:ext>
            </a:extLst>
          </p:cNvPr>
          <p:cNvSpPr/>
          <p:nvPr/>
        </p:nvSpPr>
        <p:spPr>
          <a:xfrm>
            <a:off x="1599672" y="2019300"/>
            <a:ext cx="3038367" cy="2054444"/>
          </a:xfrm>
          <a:prstGeom prst="rect">
            <a:avLst/>
          </a:prstGeom>
          <a:solidFill>
            <a:srgbClr val="E3E2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Rectangle 16">
            <a:extLst>
              <a:ext uri="{FF2B5EF4-FFF2-40B4-BE49-F238E27FC236}">
                <a16:creationId xmlns:a16="http://schemas.microsoft.com/office/drawing/2014/main" id="{53D8B173-271C-4424-8189-2B297E241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421A2"/>
                </a:solidFill>
                <a:effectLst/>
                <a:latin typeface="Lucida Console" panose="020B0609040504020204" pitchFamily="49" charset="0"/>
              </a:rPr>
              <a:t>p_1^{(1)}</a:t>
            </a: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CE997ED-FBE9-4105-965B-246268CD1CF0}"/>
              </a:ext>
            </a:extLst>
          </p:cNvPr>
          <p:cNvSpPr/>
          <p:nvPr/>
        </p:nvSpPr>
        <p:spPr>
          <a:xfrm>
            <a:off x="2375759" y="22596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71B4184-B3C5-4EE9-8461-D3C93297DA44}"/>
              </a:ext>
            </a:extLst>
          </p:cNvPr>
          <p:cNvSpPr/>
          <p:nvPr/>
        </p:nvSpPr>
        <p:spPr>
          <a:xfrm>
            <a:off x="2877648" y="225961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E1A01DD-0291-4C6A-8902-7D11BDC10081}"/>
              </a:ext>
            </a:extLst>
          </p:cNvPr>
          <p:cNvSpPr/>
          <p:nvPr/>
        </p:nvSpPr>
        <p:spPr>
          <a:xfrm>
            <a:off x="3379537" y="22596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F5B7370-ADC5-40B0-A9EB-6B8616F4F4D1}"/>
              </a:ext>
            </a:extLst>
          </p:cNvPr>
          <p:cNvSpPr/>
          <p:nvPr/>
        </p:nvSpPr>
        <p:spPr>
          <a:xfrm>
            <a:off x="3881426" y="2259616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9C875DD-F582-4515-8211-21D478F0A425}"/>
              </a:ext>
            </a:extLst>
          </p:cNvPr>
          <p:cNvSpPr/>
          <p:nvPr/>
        </p:nvSpPr>
        <p:spPr>
          <a:xfrm>
            <a:off x="2375759" y="27683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0E54BF1-616D-40B7-9959-FD3981BEE1F7}"/>
              </a:ext>
            </a:extLst>
          </p:cNvPr>
          <p:cNvSpPr/>
          <p:nvPr/>
        </p:nvSpPr>
        <p:spPr>
          <a:xfrm>
            <a:off x="2877648" y="27683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594901E-97CD-4671-8039-9CB59902A4CC}"/>
              </a:ext>
            </a:extLst>
          </p:cNvPr>
          <p:cNvSpPr/>
          <p:nvPr/>
        </p:nvSpPr>
        <p:spPr>
          <a:xfrm>
            <a:off x="3379537" y="2768380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6F1BE13-7419-4E00-922B-AABBF4AD2C0D}"/>
              </a:ext>
            </a:extLst>
          </p:cNvPr>
          <p:cNvSpPr/>
          <p:nvPr/>
        </p:nvSpPr>
        <p:spPr>
          <a:xfrm>
            <a:off x="3881426" y="27683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6777137-B903-4E20-A8CE-D1F9AF8A038F}"/>
              </a:ext>
            </a:extLst>
          </p:cNvPr>
          <p:cNvSpPr/>
          <p:nvPr/>
        </p:nvSpPr>
        <p:spPr>
          <a:xfrm>
            <a:off x="2375759" y="3277144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EC9BC6F-9152-4779-9938-EAFC74D437C3}"/>
              </a:ext>
            </a:extLst>
          </p:cNvPr>
          <p:cNvSpPr/>
          <p:nvPr/>
        </p:nvSpPr>
        <p:spPr>
          <a:xfrm>
            <a:off x="2877648" y="32771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6622C68-2639-4F34-BCB4-B184270DE51A}"/>
              </a:ext>
            </a:extLst>
          </p:cNvPr>
          <p:cNvSpPr/>
          <p:nvPr/>
        </p:nvSpPr>
        <p:spPr>
          <a:xfrm>
            <a:off x="3379537" y="32771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6E6640E-E52F-4ED0-888F-267174A8659D}"/>
              </a:ext>
            </a:extLst>
          </p:cNvPr>
          <p:cNvSpPr/>
          <p:nvPr/>
        </p:nvSpPr>
        <p:spPr>
          <a:xfrm>
            <a:off x="3881426" y="3277144"/>
            <a:ext cx="501889" cy="508764"/>
          </a:xfrm>
          <a:prstGeom prst="rect">
            <a:avLst/>
          </a:prstGeom>
          <a:solidFill>
            <a:srgbClr val="0126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9" name="对象 98">
            <a:extLst>
              <a:ext uri="{FF2B5EF4-FFF2-40B4-BE49-F238E27FC236}">
                <a16:creationId xmlns:a16="http://schemas.microsoft.com/office/drawing/2014/main" id="{2A280857-6475-47DE-83A1-40F6B90BA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532513"/>
              </p:ext>
            </p:extLst>
          </p:nvPr>
        </p:nvGraphicFramePr>
        <p:xfrm>
          <a:off x="2155119" y="2343341"/>
          <a:ext cx="22793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99" name="对象 98">
                        <a:extLst>
                          <a:ext uri="{FF2B5EF4-FFF2-40B4-BE49-F238E27FC236}">
                            <a16:creationId xmlns:a16="http://schemas.microsoft.com/office/drawing/2014/main" id="{2A280857-6475-47DE-83A1-40F6B90BA4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55119" y="2343341"/>
                        <a:ext cx="227935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对象 100">
            <a:extLst>
              <a:ext uri="{FF2B5EF4-FFF2-40B4-BE49-F238E27FC236}">
                <a16:creationId xmlns:a16="http://schemas.microsoft.com/office/drawing/2014/main" id="{A639818D-3D57-4D26-A7AA-7CAC3B035B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695294"/>
              </p:ext>
            </p:extLst>
          </p:nvPr>
        </p:nvGraphicFramePr>
        <p:xfrm>
          <a:off x="2147824" y="2852102"/>
          <a:ext cx="246505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Equation" r:id="rId6" imgW="164880" imgH="228600" progId="Equation.DSMT4">
                  <p:embed/>
                </p:oleObj>
              </mc:Choice>
              <mc:Fallback>
                <p:oleObj name="Equation" r:id="rId6" imgW="164880" imgH="228600" progId="Equation.DSMT4">
                  <p:embed/>
                  <p:pic>
                    <p:nvPicPr>
                      <p:cNvPr id="101" name="对象 100">
                        <a:extLst>
                          <a:ext uri="{FF2B5EF4-FFF2-40B4-BE49-F238E27FC236}">
                            <a16:creationId xmlns:a16="http://schemas.microsoft.com/office/drawing/2014/main" id="{A639818D-3D57-4D26-A7AA-7CAC3B035B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47824" y="2852102"/>
                        <a:ext cx="246505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对象 101">
            <a:extLst>
              <a:ext uri="{FF2B5EF4-FFF2-40B4-BE49-F238E27FC236}">
                <a16:creationId xmlns:a16="http://schemas.microsoft.com/office/drawing/2014/main" id="{1C2C1B80-C288-4E36-88A4-1E34FB04C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89474"/>
              </p:ext>
            </p:extLst>
          </p:nvPr>
        </p:nvGraphicFramePr>
        <p:xfrm>
          <a:off x="2143146" y="3360864"/>
          <a:ext cx="246504" cy="341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Equation" r:id="rId8" imgW="164880" imgH="228600" progId="Equation.DSMT4">
                  <p:embed/>
                </p:oleObj>
              </mc:Choice>
              <mc:Fallback>
                <p:oleObj name="Equation" r:id="rId8" imgW="164880" imgH="228600" progId="Equation.DSMT4">
                  <p:embed/>
                  <p:pic>
                    <p:nvPicPr>
                      <p:cNvPr id="102" name="对象 101">
                        <a:extLst>
                          <a:ext uri="{FF2B5EF4-FFF2-40B4-BE49-F238E27FC236}">
                            <a16:creationId xmlns:a16="http://schemas.microsoft.com/office/drawing/2014/main" id="{1C2C1B80-C288-4E36-88A4-1E34FB04C7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3146" y="3360864"/>
                        <a:ext cx="246504" cy="3413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>
            <a:extLst>
              <a:ext uri="{FF2B5EF4-FFF2-40B4-BE49-F238E27FC236}">
                <a16:creationId xmlns:a16="http://schemas.microsoft.com/office/drawing/2014/main" id="{6C80671B-A4D2-4B62-A209-66DD7199F8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405769"/>
              </p:ext>
            </p:extLst>
          </p:nvPr>
        </p:nvGraphicFramePr>
        <p:xfrm>
          <a:off x="2516033" y="1948909"/>
          <a:ext cx="1788278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Equation" r:id="rId10" imgW="1104840" imgH="241200" progId="Equation.DSMT4">
                  <p:embed/>
                </p:oleObj>
              </mc:Choice>
              <mc:Fallback>
                <p:oleObj name="Equation" r:id="rId10" imgW="1104840" imgH="241200" progId="Equation.DSMT4">
                  <p:embed/>
                  <p:pic>
                    <p:nvPicPr>
                      <p:cNvPr id="107" name="对象 106">
                        <a:extLst>
                          <a:ext uri="{FF2B5EF4-FFF2-40B4-BE49-F238E27FC236}">
                            <a16:creationId xmlns:a16="http://schemas.microsoft.com/office/drawing/2014/main" id="{6C80671B-A4D2-4B62-A209-66DD7199F8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16033" y="1948909"/>
                        <a:ext cx="1788278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矩形 107">
            <a:extLst>
              <a:ext uri="{FF2B5EF4-FFF2-40B4-BE49-F238E27FC236}">
                <a16:creationId xmlns:a16="http://schemas.microsoft.com/office/drawing/2014/main" id="{4ECD59AD-EBEE-4164-9158-90C828A0139C}"/>
              </a:ext>
            </a:extLst>
          </p:cNvPr>
          <p:cNvSpPr/>
          <p:nvPr/>
        </p:nvSpPr>
        <p:spPr>
          <a:xfrm>
            <a:off x="2380921" y="22596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2649334-6582-4207-920C-01EBA355A3D3}"/>
              </a:ext>
            </a:extLst>
          </p:cNvPr>
          <p:cNvSpPr/>
          <p:nvPr/>
        </p:nvSpPr>
        <p:spPr>
          <a:xfrm>
            <a:off x="2882810" y="2259616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ED13D2E-8F64-4A63-AF67-D4013C5371EB}"/>
              </a:ext>
            </a:extLst>
          </p:cNvPr>
          <p:cNvSpPr/>
          <p:nvPr/>
        </p:nvSpPr>
        <p:spPr>
          <a:xfrm>
            <a:off x="3384699" y="2259616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791500B5-4136-4086-B961-4EBD62A0D392}"/>
              </a:ext>
            </a:extLst>
          </p:cNvPr>
          <p:cNvSpPr/>
          <p:nvPr/>
        </p:nvSpPr>
        <p:spPr>
          <a:xfrm>
            <a:off x="3886588" y="2259616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B36FC59-A685-4E91-8E01-922C542034E3}"/>
              </a:ext>
            </a:extLst>
          </p:cNvPr>
          <p:cNvSpPr/>
          <p:nvPr/>
        </p:nvSpPr>
        <p:spPr>
          <a:xfrm>
            <a:off x="2380921" y="27683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A43D9A99-E5F7-48AF-A362-CFAC4DC8BBA6}"/>
              </a:ext>
            </a:extLst>
          </p:cNvPr>
          <p:cNvSpPr/>
          <p:nvPr/>
        </p:nvSpPr>
        <p:spPr>
          <a:xfrm>
            <a:off x="2882810" y="27683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8BF4D92-F1F7-450E-AC56-757C2047F692}"/>
              </a:ext>
            </a:extLst>
          </p:cNvPr>
          <p:cNvSpPr/>
          <p:nvPr/>
        </p:nvSpPr>
        <p:spPr>
          <a:xfrm>
            <a:off x="3384699" y="2768380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90245DA-FD2F-4B2B-91E3-6C2FE1D16C8C}"/>
              </a:ext>
            </a:extLst>
          </p:cNvPr>
          <p:cNvSpPr/>
          <p:nvPr/>
        </p:nvSpPr>
        <p:spPr>
          <a:xfrm>
            <a:off x="3886588" y="2768380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6516878-8D9E-4D00-8032-66C9F0E525D6}"/>
              </a:ext>
            </a:extLst>
          </p:cNvPr>
          <p:cNvSpPr/>
          <p:nvPr/>
        </p:nvSpPr>
        <p:spPr>
          <a:xfrm>
            <a:off x="2380921" y="3277144"/>
            <a:ext cx="501889" cy="508764"/>
          </a:xfrm>
          <a:prstGeom prst="rect">
            <a:avLst/>
          </a:prstGeom>
          <a:solidFill>
            <a:srgbClr val="2B87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CD9EE6E-4EF7-44DB-85C7-FA75C2342742}"/>
              </a:ext>
            </a:extLst>
          </p:cNvPr>
          <p:cNvSpPr/>
          <p:nvPr/>
        </p:nvSpPr>
        <p:spPr>
          <a:xfrm>
            <a:off x="2882810" y="32771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1AC173C-155A-44ED-965A-B72F6FE1E582}"/>
              </a:ext>
            </a:extLst>
          </p:cNvPr>
          <p:cNvSpPr/>
          <p:nvPr/>
        </p:nvSpPr>
        <p:spPr>
          <a:xfrm>
            <a:off x="3384699" y="3277144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A42DFCC6-B545-46BA-9368-B34C8A3E3840}"/>
              </a:ext>
            </a:extLst>
          </p:cNvPr>
          <p:cNvSpPr/>
          <p:nvPr/>
        </p:nvSpPr>
        <p:spPr>
          <a:xfrm>
            <a:off x="3886588" y="3277144"/>
            <a:ext cx="501889" cy="508764"/>
          </a:xfrm>
          <a:prstGeom prst="rect">
            <a:avLst/>
          </a:prstGeom>
          <a:solidFill>
            <a:srgbClr val="45A5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DC2D18-E7A0-4065-B7C5-BCF15A18BD16}"/>
              </a:ext>
            </a:extLst>
          </p:cNvPr>
          <p:cNvSpPr/>
          <p:nvPr/>
        </p:nvSpPr>
        <p:spPr>
          <a:xfrm>
            <a:off x="2375759" y="2259675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6F5BD-2B66-44A1-BC7C-7541A707AF4F}"/>
              </a:ext>
            </a:extLst>
          </p:cNvPr>
          <p:cNvSpPr/>
          <p:nvPr/>
        </p:nvSpPr>
        <p:spPr>
          <a:xfrm>
            <a:off x="2877648" y="2259675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40B98C-69AE-4621-9C46-7E1407479F22}"/>
              </a:ext>
            </a:extLst>
          </p:cNvPr>
          <p:cNvSpPr/>
          <p:nvPr/>
        </p:nvSpPr>
        <p:spPr>
          <a:xfrm>
            <a:off x="3379537" y="2259675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71F9EE-D6FC-472E-B358-B25A1B6E798C}"/>
              </a:ext>
            </a:extLst>
          </p:cNvPr>
          <p:cNvSpPr/>
          <p:nvPr/>
        </p:nvSpPr>
        <p:spPr>
          <a:xfrm>
            <a:off x="3881426" y="2259675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3B4D6D-2164-4FCB-A91D-AD22F437029D}"/>
              </a:ext>
            </a:extLst>
          </p:cNvPr>
          <p:cNvSpPr/>
          <p:nvPr/>
        </p:nvSpPr>
        <p:spPr>
          <a:xfrm>
            <a:off x="2375759" y="2768439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04199-22A2-4254-BD62-9BB902CED9AD}"/>
              </a:ext>
            </a:extLst>
          </p:cNvPr>
          <p:cNvSpPr/>
          <p:nvPr/>
        </p:nvSpPr>
        <p:spPr>
          <a:xfrm>
            <a:off x="2877648" y="2768439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90608A-46F0-44BA-A097-CCDBBC6B1806}"/>
              </a:ext>
            </a:extLst>
          </p:cNvPr>
          <p:cNvSpPr/>
          <p:nvPr/>
        </p:nvSpPr>
        <p:spPr>
          <a:xfrm>
            <a:off x="3379537" y="2768439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59D75C-0799-4EE6-90E7-0EA1D7C32A4D}"/>
              </a:ext>
            </a:extLst>
          </p:cNvPr>
          <p:cNvSpPr/>
          <p:nvPr/>
        </p:nvSpPr>
        <p:spPr>
          <a:xfrm>
            <a:off x="3881426" y="2768439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C9B4C7-7D1F-409C-990B-CA5887D3A346}"/>
              </a:ext>
            </a:extLst>
          </p:cNvPr>
          <p:cNvSpPr/>
          <p:nvPr/>
        </p:nvSpPr>
        <p:spPr>
          <a:xfrm>
            <a:off x="2375759" y="3277203"/>
            <a:ext cx="501889" cy="508764"/>
          </a:xfrm>
          <a:prstGeom prst="rect">
            <a:avLst/>
          </a:prstGeom>
          <a:solidFill>
            <a:srgbClr val="A1CF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4F58A3-85CB-4E21-A977-06CE8A324D61}"/>
              </a:ext>
            </a:extLst>
          </p:cNvPr>
          <p:cNvSpPr/>
          <p:nvPr/>
        </p:nvSpPr>
        <p:spPr>
          <a:xfrm>
            <a:off x="2877648" y="3277203"/>
            <a:ext cx="501889" cy="508764"/>
          </a:xfrm>
          <a:prstGeom prst="rect">
            <a:avLst/>
          </a:prstGeom>
          <a:solidFill>
            <a:srgbClr val="56BB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919314-3F10-40DE-B3FF-26B3FFAB3038}"/>
              </a:ext>
            </a:extLst>
          </p:cNvPr>
          <p:cNvSpPr/>
          <p:nvPr/>
        </p:nvSpPr>
        <p:spPr>
          <a:xfrm>
            <a:off x="3379537" y="3277203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0DA2-AB35-42CD-917D-0629DDCFDB64}"/>
              </a:ext>
            </a:extLst>
          </p:cNvPr>
          <p:cNvSpPr/>
          <p:nvPr/>
        </p:nvSpPr>
        <p:spPr>
          <a:xfrm>
            <a:off x="3881426" y="3277203"/>
            <a:ext cx="501889" cy="508764"/>
          </a:xfrm>
          <a:prstGeom prst="rect">
            <a:avLst/>
          </a:prstGeom>
          <a:solidFill>
            <a:srgbClr val="E4FE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81CF099-32C6-4D16-B080-AE2FFEA78C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246884"/>
              </p:ext>
            </p:extLst>
          </p:nvPr>
        </p:nvGraphicFramePr>
        <p:xfrm>
          <a:off x="2822575" y="3802063"/>
          <a:ext cx="110490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Equation" r:id="rId12" imgW="876240" imgH="203040" progId="Equation.DSMT4">
                  <p:embed/>
                </p:oleObj>
              </mc:Choice>
              <mc:Fallback>
                <p:oleObj name="Equation" r:id="rId12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22575" y="3802063"/>
                        <a:ext cx="1104900" cy="255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72C66346-C407-4F1C-B8AB-1711937FA2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912360"/>
              </p:ext>
            </p:extLst>
          </p:nvPr>
        </p:nvGraphicFramePr>
        <p:xfrm>
          <a:off x="1915104" y="2903478"/>
          <a:ext cx="217454" cy="28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tion" r:id="rId14" imgW="152280" imgH="203040" progId="Equation.DSMT4">
                  <p:embed/>
                </p:oleObj>
              </mc:Choice>
              <mc:Fallback>
                <p:oleObj name="Equation" r:id="rId14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15104" y="2903478"/>
                        <a:ext cx="217454" cy="289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64749D3D-845D-4261-9D1B-49ECF11C15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615604"/>
              </p:ext>
            </p:extLst>
          </p:nvPr>
        </p:nvGraphicFramePr>
        <p:xfrm>
          <a:off x="1933575" y="4129088"/>
          <a:ext cx="130175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8"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33575" y="4129088"/>
                        <a:ext cx="130175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0ADA9F81-085C-441C-8B6F-C8795626E387}"/>
              </a:ext>
            </a:extLst>
          </p:cNvPr>
          <p:cNvSpPr txBox="1"/>
          <p:nvPr/>
        </p:nvSpPr>
        <p:spPr>
          <a:xfrm rot="16200000">
            <a:off x="1096397" y="2823904"/>
            <a:ext cx="134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查询向量集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2AFDB2C3-0A2E-454A-9D75-A73C80EF33DC}"/>
              </a:ext>
            </a:extLst>
          </p:cNvPr>
          <p:cNvSpPr txBox="1"/>
          <p:nvPr/>
        </p:nvSpPr>
        <p:spPr>
          <a:xfrm>
            <a:off x="1832450" y="1694527"/>
            <a:ext cx="3486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1️⃣</a:t>
            </a:r>
            <a:r>
              <a:rPr lang="zh-CN" altLang="en-US" sz="1400" dirty="0"/>
              <a:t>定义并计算向量的相似度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508740D6-2611-47D3-B815-A5749211898E}"/>
              </a:ext>
            </a:extLst>
          </p:cNvPr>
          <p:cNvSpPr/>
          <p:nvPr/>
        </p:nvSpPr>
        <p:spPr>
          <a:xfrm>
            <a:off x="4773151" y="2019300"/>
            <a:ext cx="833899" cy="2054444"/>
          </a:xfrm>
          <a:prstGeom prst="rect">
            <a:avLst/>
          </a:prstGeom>
          <a:solidFill>
            <a:srgbClr val="E3E2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0CCC36C0-B656-47F4-8F5F-E4DA5522DC5E}"/>
              </a:ext>
            </a:extLst>
          </p:cNvPr>
          <p:cNvSpPr txBox="1"/>
          <p:nvPr/>
        </p:nvSpPr>
        <p:spPr>
          <a:xfrm>
            <a:off x="4574267" y="1690081"/>
            <a:ext cx="1140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2️⃣</a:t>
            </a:r>
            <a:r>
              <a:rPr lang="zh-CN" altLang="en-US" sz="1400" dirty="0"/>
              <a:t>内部聚合</a:t>
            </a:r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50A560C7-8FE8-4ACE-8E51-D65AB828B2C6}"/>
              </a:ext>
            </a:extLst>
          </p:cNvPr>
          <p:cNvCxnSpPr>
            <a:cxnSpLocks/>
            <a:stCxn id="119" idx="3"/>
            <a:endCxn id="173" idx="1"/>
          </p:cNvCxnSpPr>
          <p:nvPr/>
        </p:nvCxnSpPr>
        <p:spPr>
          <a:xfrm>
            <a:off x="4388477" y="3531526"/>
            <a:ext cx="553557" cy="60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矩形 170">
            <a:extLst>
              <a:ext uri="{FF2B5EF4-FFF2-40B4-BE49-F238E27FC236}">
                <a16:creationId xmlns:a16="http://schemas.microsoft.com/office/drawing/2014/main" id="{7F9CA6F7-4A96-4A58-B4BE-52D94168A960}"/>
              </a:ext>
            </a:extLst>
          </p:cNvPr>
          <p:cNvSpPr/>
          <p:nvPr/>
        </p:nvSpPr>
        <p:spPr>
          <a:xfrm>
            <a:off x="4942035" y="2258256"/>
            <a:ext cx="501889" cy="508764"/>
          </a:xfrm>
          <a:prstGeom prst="rect">
            <a:avLst/>
          </a:prstGeom>
          <a:solidFill>
            <a:srgbClr val="36A8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F934E79C-5AE7-4E50-9584-0854FF39959C}"/>
              </a:ext>
            </a:extLst>
          </p:cNvPr>
          <p:cNvCxnSpPr>
            <a:cxnSpLocks/>
            <a:stCxn id="7" idx="3"/>
            <a:endCxn id="171" idx="1"/>
          </p:cNvCxnSpPr>
          <p:nvPr/>
        </p:nvCxnSpPr>
        <p:spPr>
          <a:xfrm flipV="1">
            <a:off x="4383315" y="2512638"/>
            <a:ext cx="558720" cy="14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矩形 171">
            <a:extLst>
              <a:ext uri="{FF2B5EF4-FFF2-40B4-BE49-F238E27FC236}">
                <a16:creationId xmlns:a16="http://schemas.microsoft.com/office/drawing/2014/main" id="{1A41191D-4FAF-4564-BE9B-D79878293A5C}"/>
              </a:ext>
            </a:extLst>
          </p:cNvPr>
          <p:cNvSpPr/>
          <p:nvPr/>
        </p:nvSpPr>
        <p:spPr>
          <a:xfrm>
            <a:off x="4942034" y="2774455"/>
            <a:ext cx="501889" cy="508764"/>
          </a:xfrm>
          <a:prstGeom prst="rect">
            <a:avLst/>
          </a:prstGeom>
          <a:solidFill>
            <a:srgbClr val="0A8CC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CA281534-8AD8-4B2B-A190-AC7F43F504BC}"/>
              </a:ext>
            </a:extLst>
          </p:cNvPr>
          <p:cNvCxnSpPr>
            <a:cxnSpLocks/>
            <a:stCxn id="11" idx="3"/>
            <a:endCxn id="172" idx="1"/>
          </p:cNvCxnSpPr>
          <p:nvPr/>
        </p:nvCxnSpPr>
        <p:spPr>
          <a:xfrm>
            <a:off x="4383315" y="3022821"/>
            <a:ext cx="558719" cy="60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矩形 172">
            <a:extLst>
              <a:ext uri="{FF2B5EF4-FFF2-40B4-BE49-F238E27FC236}">
                <a16:creationId xmlns:a16="http://schemas.microsoft.com/office/drawing/2014/main" id="{EFDA98EE-7EB0-4BA1-9500-CE09FC3E3DDF}"/>
              </a:ext>
            </a:extLst>
          </p:cNvPr>
          <p:cNvSpPr/>
          <p:nvPr/>
        </p:nvSpPr>
        <p:spPr>
          <a:xfrm>
            <a:off x="4942034" y="3283219"/>
            <a:ext cx="501889" cy="508764"/>
          </a:xfrm>
          <a:prstGeom prst="rect">
            <a:avLst/>
          </a:prstGeom>
          <a:solidFill>
            <a:srgbClr val="28B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92A40D2F-3348-4F42-A162-CD17F373E0B7}"/>
              </a:ext>
            </a:extLst>
          </p:cNvPr>
          <p:cNvSpPr txBox="1"/>
          <p:nvPr/>
        </p:nvSpPr>
        <p:spPr>
          <a:xfrm>
            <a:off x="5595242" y="2512638"/>
            <a:ext cx="1140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3️⃣</a:t>
            </a:r>
            <a:r>
              <a:rPr lang="zh-CN" altLang="en-US" sz="1400" dirty="0"/>
              <a:t>外部聚合</a:t>
            </a:r>
          </a:p>
        </p:txBody>
      </p:sp>
      <p:graphicFrame>
        <p:nvGraphicFramePr>
          <p:cNvPr id="180" name="对象 179">
            <a:extLst>
              <a:ext uri="{FF2B5EF4-FFF2-40B4-BE49-F238E27FC236}">
                <a16:creationId xmlns:a16="http://schemas.microsoft.com/office/drawing/2014/main" id="{57707EF9-8618-47FD-B267-632EFA232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573947"/>
              </p:ext>
            </p:extLst>
          </p:nvPr>
        </p:nvGraphicFramePr>
        <p:xfrm>
          <a:off x="5812126" y="2903478"/>
          <a:ext cx="706967" cy="269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Equation" r:id="rId18" imgW="533214" imgH="203295" progId="Equation.DSMT4">
                  <p:embed/>
                </p:oleObj>
              </mc:Choice>
              <mc:Fallback>
                <p:oleObj name="Equation" r:id="rId18" imgW="533214" imgH="20329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812126" y="2903478"/>
                        <a:ext cx="706967" cy="269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80978BD0-5A83-48E9-BB5F-1DB0D942985B}"/>
              </a:ext>
            </a:extLst>
          </p:cNvPr>
          <p:cNvCxnSpPr>
            <a:cxnSpLocks/>
            <a:endCxn id="180" idx="1"/>
          </p:cNvCxnSpPr>
          <p:nvPr/>
        </p:nvCxnSpPr>
        <p:spPr>
          <a:xfrm>
            <a:off x="5443923" y="3038138"/>
            <a:ext cx="3682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476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2616</TotalTime>
  <Words>81</Words>
  <Application>Microsoft Office PowerPoint</Application>
  <PresentationFormat>宽屏</PresentationFormat>
  <Paragraphs>19</Paragraphs>
  <Slides>10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Arial</vt:lpstr>
      <vt:lpstr>Lucida Console</vt:lpstr>
      <vt:lpstr>Office 主题​​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Hiroaki Dann</dc:creator>
  <cp:lastModifiedBy>Hiroaki Dann</cp:lastModifiedBy>
  <cp:revision>15</cp:revision>
  <dcterms:created xsi:type="dcterms:W3CDTF">2025-03-13T16:22:53Z</dcterms:created>
  <dcterms:modified xsi:type="dcterms:W3CDTF">2025-04-17T23:29:01Z</dcterms:modified>
</cp:coreProperties>
</file>