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62" r:id="rId3"/>
    <p:sldId id="261" r:id="rId4"/>
    <p:sldId id="263" r:id="rId5"/>
    <p:sldId id="258" r:id="rId6"/>
    <p:sldId id="264" r:id="rId7"/>
    <p:sldId id="26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C000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31" autoAdjust="0"/>
    <p:restoredTop sz="94660"/>
  </p:normalViewPr>
  <p:slideViewPr>
    <p:cSldViewPr snapToGrid="0">
      <p:cViewPr>
        <p:scale>
          <a:sx n="200" d="100"/>
          <a:sy n="200" d="100"/>
        </p:scale>
        <p:origin x="-144" y="-10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26" Type="http://schemas.openxmlformats.org/officeDocument/2006/relationships/image" Target="../media/image26.wmf"/><Relationship Id="rId39" Type="http://schemas.openxmlformats.org/officeDocument/2006/relationships/image" Target="../media/image39.wmf"/><Relationship Id="rId21" Type="http://schemas.openxmlformats.org/officeDocument/2006/relationships/image" Target="../media/image21.emf"/><Relationship Id="rId34" Type="http://schemas.openxmlformats.org/officeDocument/2006/relationships/image" Target="../media/image34.wmf"/><Relationship Id="rId42" Type="http://schemas.openxmlformats.org/officeDocument/2006/relationships/image" Target="../media/image42.emf"/><Relationship Id="rId47" Type="http://schemas.openxmlformats.org/officeDocument/2006/relationships/image" Target="../media/image47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9" Type="http://schemas.openxmlformats.org/officeDocument/2006/relationships/image" Target="../media/image29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24" Type="http://schemas.openxmlformats.org/officeDocument/2006/relationships/image" Target="../media/image24.wmf"/><Relationship Id="rId32" Type="http://schemas.openxmlformats.org/officeDocument/2006/relationships/image" Target="../media/image32.wmf"/><Relationship Id="rId37" Type="http://schemas.openxmlformats.org/officeDocument/2006/relationships/image" Target="../media/image37.wmf"/><Relationship Id="rId40" Type="http://schemas.openxmlformats.org/officeDocument/2006/relationships/image" Target="../media/image40.wmf"/><Relationship Id="rId45" Type="http://schemas.openxmlformats.org/officeDocument/2006/relationships/image" Target="../media/image45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23" Type="http://schemas.openxmlformats.org/officeDocument/2006/relationships/image" Target="../media/image23.wmf"/><Relationship Id="rId28" Type="http://schemas.openxmlformats.org/officeDocument/2006/relationships/image" Target="../media/image28.wmf"/><Relationship Id="rId36" Type="http://schemas.openxmlformats.org/officeDocument/2006/relationships/image" Target="../media/image36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31" Type="http://schemas.openxmlformats.org/officeDocument/2006/relationships/image" Target="../media/image31.wmf"/><Relationship Id="rId44" Type="http://schemas.openxmlformats.org/officeDocument/2006/relationships/image" Target="../media/image44.e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Relationship Id="rId27" Type="http://schemas.openxmlformats.org/officeDocument/2006/relationships/image" Target="../media/image27.wmf"/><Relationship Id="rId30" Type="http://schemas.openxmlformats.org/officeDocument/2006/relationships/image" Target="../media/image30.wmf"/><Relationship Id="rId35" Type="http://schemas.openxmlformats.org/officeDocument/2006/relationships/image" Target="../media/image35.wmf"/><Relationship Id="rId43" Type="http://schemas.openxmlformats.org/officeDocument/2006/relationships/image" Target="../media/image43.wmf"/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5" Type="http://schemas.openxmlformats.org/officeDocument/2006/relationships/image" Target="../media/image25.wmf"/><Relationship Id="rId33" Type="http://schemas.openxmlformats.org/officeDocument/2006/relationships/image" Target="../media/image33.wmf"/><Relationship Id="rId38" Type="http://schemas.openxmlformats.org/officeDocument/2006/relationships/image" Target="../media/image38.emf"/><Relationship Id="rId46" Type="http://schemas.openxmlformats.org/officeDocument/2006/relationships/image" Target="../media/image46.wmf"/><Relationship Id="rId20" Type="http://schemas.openxmlformats.org/officeDocument/2006/relationships/image" Target="../media/image20.wmf"/><Relationship Id="rId41" Type="http://schemas.openxmlformats.org/officeDocument/2006/relationships/image" Target="../media/image4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55.wmf"/><Relationship Id="rId18" Type="http://schemas.openxmlformats.org/officeDocument/2006/relationships/image" Target="../media/image60.wmf"/><Relationship Id="rId3" Type="http://schemas.openxmlformats.org/officeDocument/2006/relationships/image" Target="../media/image7.wmf"/><Relationship Id="rId21" Type="http://schemas.openxmlformats.org/officeDocument/2006/relationships/image" Target="../media/image63.wmf"/><Relationship Id="rId7" Type="http://schemas.openxmlformats.org/officeDocument/2006/relationships/image" Target="../media/image50.wmf"/><Relationship Id="rId12" Type="http://schemas.openxmlformats.org/officeDocument/2006/relationships/image" Target="../media/image54.wmf"/><Relationship Id="rId17" Type="http://schemas.openxmlformats.org/officeDocument/2006/relationships/image" Target="../media/image59.wmf"/><Relationship Id="rId25" Type="http://schemas.openxmlformats.org/officeDocument/2006/relationships/image" Target="../media/image67.wmf"/><Relationship Id="rId2" Type="http://schemas.openxmlformats.org/officeDocument/2006/relationships/image" Target="../media/image6.wmf"/><Relationship Id="rId16" Type="http://schemas.openxmlformats.org/officeDocument/2006/relationships/image" Target="../media/image58.wmf"/><Relationship Id="rId20" Type="http://schemas.openxmlformats.org/officeDocument/2006/relationships/image" Target="../media/image62.emf"/><Relationship Id="rId1" Type="http://schemas.openxmlformats.org/officeDocument/2006/relationships/image" Target="../media/image5.wmf"/><Relationship Id="rId6" Type="http://schemas.openxmlformats.org/officeDocument/2006/relationships/image" Target="../media/image49.wmf"/><Relationship Id="rId11" Type="http://schemas.openxmlformats.org/officeDocument/2006/relationships/image" Target="../media/image53.wmf"/><Relationship Id="rId24" Type="http://schemas.openxmlformats.org/officeDocument/2006/relationships/image" Target="../media/image66.wmf"/><Relationship Id="rId5" Type="http://schemas.openxmlformats.org/officeDocument/2006/relationships/image" Target="../media/image13.wmf"/><Relationship Id="rId15" Type="http://schemas.openxmlformats.org/officeDocument/2006/relationships/image" Target="../media/image57.wmf"/><Relationship Id="rId23" Type="http://schemas.openxmlformats.org/officeDocument/2006/relationships/image" Target="../media/image65.wmf"/><Relationship Id="rId10" Type="http://schemas.openxmlformats.org/officeDocument/2006/relationships/image" Target="../media/image52.wmf"/><Relationship Id="rId19" Type="http://schemas.openxmlformats.org/officeDocument/2006/relationships/image" Target="../media/image61.wmf"/><Relationship Id="rId4" Type="http://schemas.openxmlformats.org/officeDocument/2006/relationships/image" Target="../media/image48.wmf"/><Relationship Id="rId9" Type="http://schemas.openxmlformats.org/officeDocument/2006/relationships/image" Target="../media/image51.wmf"/><Relationship Id="rId14" Type="http://schemas.openxmlformats.org/officeDocument/2006/relationships/image" Target="../media/image56.wmf"/><Relationship Id="rId22" Type="http://schemas.openxmlformats.org/officeDocument/2006/relationships/image" Target="../media/image64.wmf"/></Relationships>
</file>

<file path=ppt/drawings/_rels/vmlDrawing3.v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wmf"/><Relationship Id="rId18" Type="http://schemas.openxmlformats.org/officeDocument/2006/relationships/image" Target="../media/image79.wmf"/><Relationship Id="rId26" Type="http://schemas.openxmlformats.org/officeDocument/2006/relationships/image" Target="../media/image86.emf"/><Relationship Id="rId39" Type="http://schemas.openxmlformats.org/officeDocument/2006/relationships/image" Target="../media/image99.wmf"/><Relationship Id="rId21" Type="http://schemas.openxmlformats.org/officeDocument/2006/relationships/image" Target="../media/image82.wmf"/><Relationship Id="rId34" Type="http://schemas.openxmlformats.org/officeDocument/2006/relationships/image" Target="../media/image94.emf"/><Relationship Id="rId42" Type="http://schemas.openxmlformats.org/officeDocument/2006/relationships/image" Target="../media/image102.wmf"/><Relationship Id="rId47" Type="http://schemas.openxmlformats.org/officeDocument/2006/relationships/image" Target="../media/image107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6" Type="http://schemas.openxmlformats.org/officeDocument/2006/relationships/image" Target="../media/image77.wmf"/><Relationship Id="rId29" Type="http://schemas.openxmlformats.org/officeDocument/2006/relationships/image" Target="../media/image8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11" Type="http://schemas.openxmlformats.org/officeDocument/2006/relationships/image" Target="../media/image7.wmf"/><Relationship Id="rId24" Type="http://schemas.openxmlformats.org/officeDocument/2006/relationships/image" Target="../media/image84.emf"/><Relationship Id="rId32" Type="http://schemas.openxmlformats.org/officeDocument/2006/relationships/image" Target="../media/image92.wmf"/><Relationship Id="rId37" Type="http://schemas.openxmlformats.org/officeDocument/2006/relationships/image" Target="../media/image97.emf"/><Relationship Id="rId40" Type="http://schemas.openxmlformats.org/officeDocument/2006/relationships/image" Target="../media/image100.wmf"/><Relationship Id="rId45" Type="http://schemas.openxmlformats.org/officeDocument/2006/relationships/image" Target="../media/image105.wmf"/><Relationship Id="rId5" Type="http://schemas.openxmlformats.org/officeDocument/2006/relationships/image" Target="../media/image72.wmf"/><Relationship Id="rId15" Type="http://schemas.openxmlformats.org/officeDocument/2006/relationships/image" Target="../media/image15.wmf"/><Relationship Id="rId23" Type="http://schemas.openxmlformats.org/officeDocument/2006/relationships/image" Target="../media/image22.wmf"/><Relationship Id="rId28" Type="http://schemas.openxmlformats.org/officeDocument/2006/relationships/image" Target="../media/image88.emf"/><Relationship Id="rId36" Type="http://schemas.openxmlformats.org/officeDocument/2006/relationships/image" Target="../media/image96.emf"/><Relationship Id="rId10" Type="http://schemas.openxmlformats.org/officeDocument/2006/relationships/image" Target="../media/image6.wmf"/><Relationship Id="rId19" Type="http://schemas.openxmlformats.org/officeDocument/2006/relationships/image" Target="../media/image80.wmf"/><Relationship Id="rId31" Type="http://schemas.openxmlformats.org/officeDocument/2006/relationships/image" Target="../media/image91.wmf"/><Relationship Id="rId44" Type="http://schemas.openxmlformats.org/officeDocument/2006/relationships/image" Target="../media/image104.wmf"/><Relationship Id="rId4" Type="http://schemas.openxmlformats.org/officeDocument/2006/relationships/image" Target="../media/image71.wmf"/><Relationship Id="rId9" Type="http://schemas.openxmlformats.org/officeDocument/2006/relationships/image" Target="../media/image5.wmf"/><Relationship Id="rId14" Type="http://schemas.openxmlformats.org/officeDocument/2006/relationships/image" Target="../media/image13.wmf"/><Relationship Id="rId22" Type="http://schemas.openxmlformats.org/officeDocument/2006/relationships/image" Target="../media/image83.emf"/><Relationship Id="rId27" Type="http://schemas.openxmlformats.org/officeDocument/2006/relationships/image" Target="../media/image87.emf"/><Relationship Id="rId30" Type="http://schemas.openxmlformats.org/officeDocument/2006/relationships/image" Target="../media/image90.wmf"/><Relationship Id="rId35" Type="http://schemas.openxmlformats.org/officeDocument/2006/relationships/image" Target="../media/image95.emf"/><Relationship Id="rId43" Type="http://schemas.openxmlformats.org/officeDocument/2006/relationships/image" Target="../media/image103.wmf"/><Relationship Id="rId48" Type="http://schemas.openxmlformats.org/officeDocument/2006/relationships/image" Target="../media/image108.wmf"/><Relationship Id="rId8" Type="http://schemas.openxmlformats.org/officeDocument/2006/relationships/image" Target="../media/image75.wmf"/><Relationship Id="rId3" Type="http://schemas.openxmlformats.org/officeDocument/2006/relationships/image" Target="../media/image70.wmf"/><Relationship Id="rId12" Type="http://schemas.openxmlformats.org/officeDocument/2006/relationships/image" Target="../media/image76.wmf"/><Relationship Id="rId17" Type="http://schemas.openxmlformats.org/officeDocument/2006/relationships/image" Target="../media/image78.wmf"/><Relationship Id="rId25" Type="http://schemas.openxmlformats.org/officeDocument/2006/relationships/image" Target="../media/image85.emf"/><Relationship Id="rId33" Type="http://schemas.openxmlformats.org/officeDocument/2006/relationships/image" Target="../media/image93.wmf"/><Relationship Id="rId38" Type="http://schemas.openxmlformats.org/officeDocument/2006/relationships/image" Target="../media/image98.wmf"/><Relationship Id="rId46" Type="http://schemas.openxmlformats.org/officeDocument/2006/relationships/image" Target="../media/image106.wmf"/><Relationship Id="rId20" Type="http://schemas.openxmlformats.org/officeDocument/2006/relationships/image" Target="../media/image81.wmf"/><Relationship Id="rId41" Type="http://schemas.openxmlformats.org/officeDocument/2006/relationships/image" Target="../media/image101.wmf"/></Relationships>
</file>

<file path=ppt/drawings/_rels/vmlDrawing4.v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wmf"/><Relationship Id="rId18" Type="http://schemas.openxmlformats.org/officeDocument/2006/relationships/image" Target="../media/image111.wmf"/><Relationship Id="rId26" Type="http://schemas.openxmlformats.org/officeDocument/2006/relationships/image" Target="../media/image86.emf"/><Relationship Id="rId39" Type="http://schemas.openxmlformats.org/officeDocument/2006/relationships/image" Target="../media/image99.wmf"/><Relationship Id="rId21" Type="http://schemas.openxmlformats.org/officeDocument/2006/relationships/image" Target="../media/image114.wmf"/><Relationship Id="rId34" Type="http://schemas.openxmlformats.org/officeDocument/2006/relationships/image" Target="../media/image94.emf"/><Relationship Id="rId42" Type="http://schemas.openxmlformats.org/officeDocument/2006/relationships/image" Target="../media/image102.wmf"/><Relationship Id="rId47" Type="http://schemas.openxmlformats.org/officeDocument/2006/relationships/image" Target="../media/image125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6" Type="http://schemas.openxmlformats.org/officeDocument/2006/relationships/image" Target="../media/image77.wmf"/><Relationship Id="rId29" Type="http://schemas.openxmlformats.org/officeDocument/2006/relationships/image" Target="../media/image115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11" Type="http://schemas.openxmlformats.org/officeDocument/2006/relationships/image" Target="../media/image7.wmf"/><Relationship Id="rId24" Type="http://schemas.openxmlformats.org/officeDocument/2006/relationships/image" Target="../media/image84.emf"/><Relationship Id="rId32" Type="http://schemas.openxmlformats.org/officeDocument/2006/relationships/image" Target="../media/image118.wmf"/><Relationship Id="rId37" Type="http://schemas.openxmlformats.org/officeDocument/2006/relationships/image" Target="../media/image97.emf"/><Relationship Id="rId40" Type="http://schemas.openxmlformats.org/officeDocument/2006/relationships/image" Target="../media/image100.wmf"/><Relationship Id="rId45" Type="http://schemas.openxmlformats.org/officeDocument/2006/relationships/image" Target="../media/image123.wmf"/><Relationship Id="rId5" Type="http://schemas.openxmlformats.org/officeDocument/2006/relationships/image" Target="../media/image72.wmf"/><Relationship Id="rId15" Type="http://schemas.openxmlformats.org/officeDocument/2006/relationships/image" Target="../media/image15.wmf"/><Relationship Id="rId23" Type="http://schemas.openxmlformats.org/officeDocument/2006/relationships/image" Target="../media/image22.wmf"/><Relationship Id="rId28" Type="http://schemas.openxmlformats.org/officeDocument/2006/relationships/image" Target="../media/image88.emf"/><Relationship Id="rId36" Type="http://schemas.openxmlformats.org/officeDocument/2006/relationships/image" Target="../media/image96.emf"/><Relationship Id="rId10" Type="http://schemas.openxmlformats.org/officeDocument/2006/relationships/image" Target="../media/image6.wmf"/><Relationship Id="rId19" Type="http://schemas.openxmlformats.org/officeDocument/2006/relationships/image" Target="../media/image112.wmf"/><Relationship Id="rId31" Type="http://schemas.openxmlformats.org/officeDocument/2006/relationships/image" Target="../media/image117.wmf"/><Relationship Id="rId44" Type="http://schemas.openxmlformats.org/officeDocument/2006/relationships/image" Target="../media/image122.wmf"/><Relationship Id="rId4" Type="http://schemas.openxmlformats.org/officeDocument/2006/relationships/image" Target="../media/image71.wmf"/><Relationship Id="rId9" Type="http://schemas.openxmlformats.org/officeDocument/2006/relationships/image" Target="../media/image5.wmf"/><Relationship Id="rId14" Type="http://schemas.openxmlformats.org/officeDocument/2006/relationships/image" Target="../media/image13.wmf"/><Relationship Id="rId22" Type="http://schemas.openxmlformats.org/officeDocument/2006/relationships/image" Target="../media/image83.emf"/><Relationship Id="rId27" Type="http://schemas.openxmlformats.org/officeDocument/2006/relationships/image" Target="../media/image87.emf"/><Relationship Id="rId30" Type="http://schemas.openxmlformats.org/officeDocument/2006/relationships/image" Target="../media/image116.wmf"/><Relationship Id="rId35" Type="http://schemas.openxmlformats.org/officeDocument/2006/relationships/image" Target="../media/image95.emf"/><Relationship Id="rId43" Type="http://schemas.openxmlformats.org/officeDocument/2006/relationships/image" Target="../media/image121.wmf"/><Relationship Id="rId48" Type="http://schemas.openxmlformats.org/officeDocument/2006/relationships/image" Target="../media/image126.wmf"/><Relationship Id="rId8" Type="http://schemas.openxmlformats.org/officeDocument/2006/relationships/image" Target="../media/image75.wmf"/><Relationship Id="rId3" Type="http://schemas.openxmlformats.org/officeDocument/2006/relationships/image" Target="../media/image70.wmf"/><Relationship Id="rId12" Type="http://schemas.openxmlformats.org/officeDocument/2006/relationships/image" Target="../media/image76.wmf"/><Relationship Id="rId17" Type="http://schemas.openxmlformats.org/officeDocument/2006/relationships/image" Target="../media/image110.wmf"/><Relationship Id="rId25" Type="http://schemas.openxmlformats.org/officeDocument/2006/relationships/image" Target="../media/image85.emf"/><Relationship Id="rId33" Type="http://schemas.openxmlformats.org/officeDocument/2006/relationships/image" Target="../media/image93.wmf"/><Relationship Id="rId38" Type="http://schemas.openxmlformats.org/officeDocument/2006/relationships/image" Target="../media/image119.wmf"/><Relationship Id="rId46" Type="http://schemas.openxmlformats.org/officeDocument/2006/relationships/image" Target="../media/image124.wmf"/><Relationship Id="rId20" Type="http://schemas.openxmlformats.org/officeDocument/2006/relationships/image" Target="../media/image113.wmf"/><Relationship Id="rId41" Type="http://schemas.openxmlformats.org/officeDocument/2006/relationships/image" Target="../media/image12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35.wmf"/><Relationship Id="rId18" Type="http://schemas.openxmlformats.org/officeDocument/2006/relationships/image" Target="../media/image140.wmf"/><Relationship Id="rId3" Type="http://schemas.openxmlformats.org/officeDocument/2006/relationships/image" Target="../media/image7.wmf"/><Relationship Id="rId7" Type="http://schemas.openxmlformats.org/officeDocument/2006/relationships/image" Target="../media/image130.wmf"/><Relationship Id="rId12" Type="http://schemas.openxmlformats.org/officeDocument/2006/relationships/image" Target="../media/image134.wmf"/><Relationship Id="rId17" Type="http://schemas.openxmlformats.org/officeDocument/2006/relationships/image" Target="../media/image139.wmf"/><Relationship Id="rId2" Type="http://schemas.openxmlformats.org/officeDocument/2006/relationships/image" Target="../media/image6.wmf"/><Relationship Id="rId16" Type="http://schemas.openxmlformats.org/officeDocument/2006/relationships/image" Target="../media/image138.wmf"/><Relationship Id="rId1" Type="http://schemas.openxmlformats.org/officeDocument/2006/relationships/image" Target="../media/image5.wmf"/><Relationship Id="rId6" Type="http://schemas.openxmlformats.org/officeDocument/2006/relationships/image" Target="../media/image129.wmf"/><Relationship Id="rId11" Type="http://schemas.openxmlformats.org/officeDocument/2006/relationships/image" Target="../media/image133.wmf"/><Relationship Id="rId5" Type="http://schemas.openxmlformats.org/officeDocument/2006/relationships/image" Target="../media/image128.wmf"/><Relationship Id="rId15" Type="http://schemas.openxmlformats.org/officeDocument/2006/relationships/image" Target="../media/image137.wmf"/><Relationship Id="rId10" Type="http://schemas.openxmlformats.org/officeDocument/2006/relationships/image" Target="../media/image132.wmf"/><Relationship Id="rId4" Type="http://schemas.openxmlformats.org/officeDocument/2006/relationships/image" Target="../media/image127.wmf"/><Relationship Id="rId9" Type="http://schemas.openxmlformats.org/officeDocument/2006/relationships/image" Target="../media/image131.wmf"/><Relationship Id="rId14" Type="http://schemas.openxmlformats.org/officeDocument/2006/relationships/image" Target="../media/image13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image" Target="../media/image157.wmf"/><Relationship Id="rId18" Type="http://schemas.openxmlformats.org/officeDocument/2006/relationships/image" Target="../media/image161.wmf"/><Relationship Id="rId26" Type="http://schemas.openxmlformats.org/officeDocument/2006/relationships/image" Target="../media/image169.wmf"/><Relationship Id="rId3" Type="http://schemas.openxmlformats.org/officeDocument/2006/relationships/image" Target="../media/image149.wmf"/><Relationship Id="rId21" Type="http://schemas.openxmlformats.org/officeDocument/2006/relationships/image" Target="../media/image164.wmf"/><Relationship Id="rId7" Type="http://schemas.openxmlformats.org/officeDocument/2006/relationships/image" Target="../media/image86.emf"/><Relationship Id="rId12" Type="http://schemas.openxmlformats.org/officeDocument/2006/relationships/image" Target="../media/image156.emf"/><Relationship Id="rId17" Type="http://schemas.openxmlformats.org/officeDocument/2006/relationships/image" Target="../media/image160.wmf"/><Relationship Id="rId25" Type="http://schemas.openxmlformats.org/officeDocument/2006/relationships/image" Target="../media/image168.wmf"/><Relationship Id="rId2" Type="http://schemas.openxmlformats.org/officeDocument/2006/relationships/image" Target="../media/image148.wmf"/><Relationship Id="rId16" Type="http://schemas.openxmlformats.org/officeDocument/2006/relationships/image" Target="../media/image114.wmf"/><Relationship Id="rId20" Type="http://schemas.openxmlformats.org/officeDocument/2006/relationships/image" Target="../media/image163.wmf"/><Relationship Id="rId29" Type="http://schemas.openxmlformats.org/officeDocument/2006/relationships/image" Target="../media/image172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11" Type="http://schemas.openxmlformats.org/officeDocument/2006/relationships/image" Target="../media/image155.emf"/><Relationship Id="rId24" Type="http://schemas.openxmlformats.org/officeDocument/2006/relationships/image" Target="../media/image167.wmf"/><Relationship Id="rId5" Type="http://schemas.openxmlformats.org/officeDocument/2006/relationships/image" Target="../media/image151.wmf"/><Relationship Id="rId15" Type="http://schemas.openxmlformats.org/officeDocument/2006/relationships/image" Target="../media/image159.wmf"/><Relationship Id="rId23" Type="http://schemas.openxmlformats.org/officeDocument/2006/relationships/image" Target="../media/image166.wmf"/><Relationship Id="rId28" Type="http://schemas.openxmlformats.org/officeDocument/2006/relationships/image" Target="../media/image171.wmf"/><Relationship Id="rId10" Type="http://schemas.openxmlformats.org/officeDocument/2006/relationships/image" Target="../media/image60.wmf"/><Relationship Id="rId19" Type="http://schemas.openxmlformats.org/officeDocument/2006/relationships/image" Target="../media/image162.wmf"/><Relationship Id="rId4" Type="http://schemas.openxmlformats.org/officeDocument/2006/relationships/image" Target="../media/image150.wmf"/><Relationship Id="rId9" Type="http://schemas.openxmlformats.org/officeDocument/2006/relationships/image" Target="../media/image154.emf"/><Relationship Id="rId14" Type="http://schemas.openxmlformats.org/officeDocument/2006/relationships/image" Target="../media/image158.wmf"/><Relationship Id="rId22" Type="http://schemas.openxmlformats.org/officeDocument/2006/relationships/image" Target="../media/image165.wmf"/><Relationship Id="rId27" Type="http://schemas.openxmlformats.org/officeDocument/2006/relationships/image" Target="../media/image17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emf"/><Relationship Id="rId13" Type="http://schemas.openxmlformats.org/officeDocument/2006/relationships/image" Target="../media/image86.emf"/><Relationship Id="rId18" Type="http://schemas.openxmlformats.org/officeDocument/2006/relationships/image" Target="../media/image167.wmf"/><Relationship Id="rId3" Type="http://schemas.openxmlformats.org/officeDocument/2006/relationships/image" Target="../media/image149.wmf"/><Relationship Id="rId21" Type="http://schemas.openxmlformats.org/officeDocument/2006/relationships/image" Target="../media/image176.wmf"/><Relationship Id="rId7" Type="http://schemas.openxmlformats.org/officeDocument/2006/relationships/image" Target="../media/image60.wmf"/><Relationship Id="rId12" Type="http://schemas.openxmlformats.org/officeDocument/2006/relationships/image" Target="../media/image159.wmf"/><Relationship Id="rId17" Type="http://schemas.openxmlformats.org/officeDocument/2006/relationships/image" Target="../media/image166.wmf"/><Relationship Id="rId2" Type="http://schemas.openxmlformats.org/officeDocument/2006/relationships/image" Target="../media/image148.wmf"/><Relationship Id="rId16" Type="http://schemas.openxmlformats.org/officeDocument/2006/relationships/image" Target="../media/image165.wmf"/><Relationship Id="rId20" Type="http://schemas.openxmlformats.org/officeDocument/2006/relationships/image" Target="../media/image175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11" Type="http://schemas.openxmlformats.org/officeDocument/2006/relationships/image" Target="../media/image158.wmf"/><Relationship Id="rId5" Type="http://schemas.openxmlformats.org/officeDocument/2006/relationships/image" Target="../media/image151.wmf"/><Relationship Id="rId15" Type="http://schemas.openxmlformats.org/officeDocument/2006/relationships/image" Target="../media/image154.emf"/><Relationship Id="rId23" Type="http://schemas.openxmlformats.org/officeDocument/2006/relationships/image" Target="../media/image177.wmf"/><Relationship Id="rId10" Type="http://schemas.openxmlformats.org/officeDocument/2006/relationships/image" Target="../media/image157.wmf"/><Relationship Id="rId19" Type="http://schemas.openxmlformats.org/officeDocument/2006/relationships/image" Target="../media/image174.wmf"/><Relationship Id="rId4" Type="http://schemas.openxmlformats.org/officeDocument/2006/relationships/image" Target="../media/image150.wmf"/><Relationship Id="rId9" Type="http://schemas.openxmlformats.org/officeDocument/2006/relationships/image" Target="../media/image156.emf"/><Relationship Id="rId14" Type="http://schemas.openxmlformats.org/officeDocument/2006/relationships/image" Target="../media/image153.emf"/><Relationship Id="rId22" Type="http://schemas.openxmlformats.org/officeDocument/2006/relationships/image" Target="../media/image17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0292E-7FEB-460C-93FB-1A08689DA3F3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57C9-110E-44C3-B31A-B615B0555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3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57C9-110E-44C3-B31A-B615B0555FC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028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57C9-110E-44C3-B31A-B615B0555FC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372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57C9-110E-44C3-B31A-B615B0555F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555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39E34-69D4-4E9A-86E1-999D9BA72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BF0046-4A81-4F8D-BA90-367319460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31BFB-EE7D-4616-9EC4-8AE5B796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ACFF4-5179-4976-B4A9-D960EA9E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62B2CB-4960-4316-BB2E-47A3551B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88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0391A-FE37-4A3C-94D2-BDBE453C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AB42BF-EBFD-4BFA-9E8B-1277E9E1F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A46D3-32C3-4346-B73D-82E1297E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1DE857-E478-4F72-BCAD-B06776F4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3F5AA8-4532-443F-9A9D-5F04944D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44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9F9F9-94B6-4E3F-A1B6-EF1BE2EC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F6F909-C343-4F8D-A215-C8296945B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7A1C2E-EBD0-4AE7-AA1D-D3E94428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1B9B7C-BC28-43A2-ABA3-E8E1F2ED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78B602-D9A2-45D3-9D24-AB587139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81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FD575-1675-413B-A55E-0687B45C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DD36BD-3B48-44EB-A493-346BAA646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4A8E7B-07A7-4DFA-8B01-149593182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AA543C-BC59-4EC8-8443-A57A159F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BD65C0-18DD-4B5F-8DA6-50DF2EF3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BF6C04-A1EE-4C02-8544-F4BF75FA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51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B95CE-E430-45CD-A39D-C45019B38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6AFFAC-AAB8-4CB1-9173-BF7205E84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35D9E4-D5B0-4FC8-AAAE-CE63D2CE0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43E316-09AC-4D6C-9492-54394B89A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CA7FE0-8CE2-49DF-9CA3-2C6A3119F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FAF110-1D02-4579-AC2F-55F5AF1B6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B74413-2C5A-4E76-835D-6EFBBA43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D3DA63-8F70-4DC6-860F-F88786AF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10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7497A-AA4E-4F2A-99FC-3A320A973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E791A2-7630-4655-9A94-0080EE5E8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9EB01F-F7EE-44FA-8609-937BC117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A34450-0704-4172-9605-52DE80BF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65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EDCAD4-84DA-436F-9F1D-CC86B2CB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278D8E-DD8C-4292-BC07-C8AE9FAB5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041818-2D1B-45A5-90BA-8E9E37A7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24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4399C-BEB9-4AA7-A475-0060707D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FEDEDF-85B0-4853-ACE1-C51A5C498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F43A26-CDF7-4F1F-886B-643EA4F2A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C5FD6D-87F0-49B4-81AF-130FC664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B75947-8C2E-49A3-B6F2-D3A6EB770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9BAF7D-E93A-43B5-918C-32764929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27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A9920-DE83-47FF-B193-952CAB64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9F0D34-856D-49E3-85DB-7F5C458E0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76FACA-E1F6-4B26-A855-62EF2FCF4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2A60CC-2B45-4588-AC32-8792A56F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942406-86C3-4DD2-9E62-F87F5FF4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72CFF6-933B-41BB-A45D-AF55D781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53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05237-F2E5-4F13-84A4-A3D3D4EC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7E1761-A9AF-40DD-A9EE-7C944129A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EE55F4-12E7-46C5-B188-F7BC4813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D511C6-EA1D-4400-A1C1-50F586CE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3C1A7-54D8-4138-AD90-D2128C6F2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42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48CE08-C4CD-4D7A-851C-70EB70460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C4F291-0752-45D9-9551-EE2EA5A81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997FC7-7935-499A-B0C8-375E0E12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BB628C-6098-44D2-8BD5-5F1045E2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D6198-25D6-430E-81F5-9252F5DA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30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AC5956-912A-436C-8723-16AB287B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DCD004-46D4-4EC5-AF98-3B9B519EA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2342F6-7F78-48AB-ADB4-100F9A777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4FA13-15B7-4E50-B9F8-C0E2627139AE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0C737D-0142-441B-8A85-6E817B868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CD8B8B-9BC6-4C3E-B208-56F76294A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4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12.bin"/><Relationship Id="rId21" Type="http://schemas.openxmlformats.org/officeDocument/2006/relationships/image" Target="../media/image9.wmf"/><Relationship Id="rId42" Type="http://schemas.openxmlformats.org/officeDocument/2006/relationships/oleObject" Target="../embeddings/oleObject20.bin"/><Relationship Id="rId47" Type="http://schemas.openxmlformats.org/officeDocument/2006/relationships/image" Target="../media/image22.wmf"/><Relationship Id="rId63" Type="http://schemas.openxmlformats.org/officeDocument/2006/relationships/oleObject" Target="../embeddings/oleObject31.bin"/><Relationship Id="rId68" Type="http://schemas.openxmlformats.org/officeDocument/2006/relationships/oleObject" Target="../embeddings/oleObject34.bin"/><Relationship Id="rId84" Type="http://schemas.openxmlformats.org/officeDocument/2006/relationships/oleObject" Target="../embeddings/oleObject42.bin"/><Relationship Id="rId89" Type="http://schemas.openxmlformats.org/officeDocument/2006/relationships/oleObject" Target="../embeddings/oleObject45.bin"/><Relationship Id="rId16" Type="http://schemas.openxmlformats.org/officeDocument/2006/relationships/oleObject" Target="../embeddings/oleObject7.bin"/><Relationship Id="rId11" Type="http://schemas.openxmlformats.org/officeDocument/2006/relationships/image" Target="../media/image4.wmf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7.wmf"/><Relationship Id="rId53" Type="http://schemas.openxmlformats.org/officeDocument/2006/relationships/image" Target="../media/image25.wmf"/><Relationship Id="rId58" Type="http://schemas.openxmlformats.org/officeDocument/2006/relationships/oleObject" Target="../embeddings/oleObject28.bin"/><Relationship Id="rId74" Type="http://schemas.openxmlformats.org/officeDocument/2006/relationships/oleObject" Target="../embeddings/oleObject37.bin"/><Relationship Id="rId79" Type="http://schemas.openxmlformats.org/officeDocument/2006/relationships/image" Target="../media/image37.wmf"/><Relationship Id="rId5" Type="http://schemas.openxmlformats.org/officeDocument/2006/relationships/image" Target="../media/image1.wmf"/><Relationship Id="rId90" Type="http://schemas.openxmlformats.org/officeDocument/2006/relationships/image" Target="../media/image42.emf"/><Relationship Id="rId95" Type="http://schemas.openxmlformats.org/officeDocument/2006/relationships/oleObject" Target="../embeddings/oleObject48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43" Type="http://schemas.openxmlformats.org/officeDocument/2006/relationships/image" Target="../media/image20.wmf"/><Relationship Id="rId48" Type="http://schemas.openxmlformats.org/officeDocument/2006/relationships/oleObject" Target="../embeddings/oleObject23.bin"/><Relationship Id="rId64" Type="http://schemas.openxmlformats.org/officeDocument/2006/relationships/image" Target="../media/image30.wmf"/><Relationship Id="rId69" Type="http://schemas.openxmlformats.org/officeDocument/2006/relationships/image" Target="../media/image32.wmf"/><Relationship Id="rId80" Type="http://schemas.openxmlformats.org/officeDocument/2006/relationships/oleObject" Target="../embeddings/oleObject40.bin"/><Relationship Id="rId85" Type="http://schemas.openxmlformats.org/officeDocument/2006/relationships/oleObject" Target="../embeddings/oleObject43.bin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18.bin"/><Relationship Id="rId46" Type="http://schemas.openxmlformats.org/officeDocument/2006/relationships/oleObject" Target="../embeddings/oleObject22.bin"/><Relationship Id="rId59" Type="http://schemas.openxmlformats.org/officeDocument/2006/relationships/image" Target="../media/image28.wmf"/><Relationship Id="rId67" Type="http://schemas.openxmlformats.org/officeDocument/2006/relationships/image" Target="../media/image31.wmf"/><Relationship Id="rId20" Type="http://schemas.openxmlformats.org/officeDocument/2006/relationships/oleObject" Target="../embeddings/oleObject9.bin"/><Relationship Id="rId41" Type="http://schemas.openxmlformats.org/officeDocument/2006/relationships/image" Target="../media/image19.wmf"/><Relationship Id="rId54" Type="http://schemas.openxmlformats.org/officeDocument/2006/relationships/oleObject" Target="../embeddings/oleObject26.bin"/><Relationship Id="rId62" Type="http://schemas.openxmlformats.org/officeDocument/2006/relationships/oleObject" Target="../embeddings/oleObject30.bin"/><Relationship Id="rId70" Type="http://schemas.openxmlformats.org/officeDocument/2006/relationships/oleObject" Target="../embeddings/oleObject35.bin"/><Relationship Id="rId75" Type="http://schemas.openxmlformats.org/officeDocument/2006/relationships/image" Target="../media/image35.wmf"/><Relationship Id="rId83" Type="http://schemas.openxmlformats.org/officeDocument/2006/relationships/image" Target="../media/image39.wmf"/><Relationship Id="rId88" Type="http://schemas.openxmlformats.org/officeDocument/2006/relationships/image" Target="../media/image41.wmf"/><Relationship Id="rId91" Type="http://schemas.openxmlformats.org/officeDocument/2006/relationships/oleObject" Target="../embeddings/oleObject46.bin"/><Relationship Id="rId96" Type="http://schemas.openxmlformats.org/officeDocument/2006/relationships/image" Target="../media/image45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49" Type="http://schemas.openxmlformats.org/officeDocument/2006/relationships/image" Target="../media/image23.wmf"/><Relationship Id="rId57" Type="http://schemas.openxmlformats.org/officeDocument/2006/relationships/image" Target="../media/image27.wmf"/><Relationship Id="rId10" Type="http://schemas.openxmlformats.org/officeDocument/2006/relationships/oleObject" Target="../embeddings/oleObject4.bin"/><Relationship Id="rId31" Type="http://schemas.openxmlformats.org/officeDocument/2006/relationships/image" Target="../media/image14.wmf"/><Relationship Id="rId44" Type="http://schemas.openxmlformats.org/officeDocument/2006/relationships/oleObject" Target="../embeddings/oleObject21.bin"/><Relationship Id="rId52" Type="http://schemas.openxmlformats.org/officeDocument/2006/relationships/oleObject" Target="../embeddings/oleObject25.bin"/><Relationship Id="rId60" Type="http://schemas.openxmlformats.org/officeDocument/2006/relationships/oleObject" Target="../embeddings/oleObject29.bin"/><Relationship Id="rId65" Type="http://schemas.openxmlformats.org/officeDocument/2006/relationships/oleObject" Target="../embeddings/oleObject32.bin"/><Relationship Id="rId73" Type="http://schemas.openxmlformats.org/officeDocument/2006/relationships/image" Target="../media/image34.wmf"/><Relationship Id="rId78" Type="http://schemas.openxmlformats.org/officeDocument/2006/relationships/oleObject" Target="../embeddings/oleObject39.bin"/><Relationship Id="rId81" Type="http://schemas.openxmlformats.org/officeDocument/2006/relationships/image" Target="../media/image38.emf"/><Relationship Id="rId86" Type="http://schemas.openxmlformats.org/officeDocument/2006/relationships/image" Target="../media/image40.wmf"/><Relationship Id="rId94" Type="http://schemas.openxmlformats.org/officeDocument/2006/relationships/image" Target="../media/image44.emf"/><Relationship Id="rId99" Type="http://schemas.openxmlformats.org/officeDocument/2006/relationships/oleObject" Target="../embeddings/oleObject50.bin"/><Relationship Id="rId101" Type="http://schemas.openxmlformats.org/officeDocument/2006/relationships/oleObject" Target="../embeddings/oleObject51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9" Type="http://schemas.openxmlformats.org/officeDocument/2006/relationships/image" Target="../media/image18.wmf"/><Relationship Id="rId34" Type="http://schemas.openxmlformats.org/officeDocument/2006/relationships/oleObject" Target="../embeddings/oleObject16.bin"/><Relationship Id="rId50" Type="http://schemas.openxmlformats.org/officeDocument/2006/relationships/oleObject" Target="../embeddings/oleObject24.bin"/><Relationship Id="rId55" Type="http://schemas.openxmlformats.org/officeDocument/2006/relationships/image" Target="../media/image26.wmf"/><Relationship Id="rId76" Type="http://schemas.openxmlformats.org/officeDocument/2006/relationships/oleObject" Target="../embeddings/oleObject38.bin"/><Relationship Id="rId97" Type="http://schemas.openxmlformats.org/officeDocument/2006/relationships/oleObject" Target="../embeddings/oleObject49.bin"/><Relationship Id="rId7" Type="http://schemas.openxmlformats.org/officeDocument/2006/relationships/image" Target="../media/image2.wmf"/><Relationship Id="rId71" Type="http://schemas.openxmlformats.org/officeDocument/2006/relationships/image" Target="../media/image33.wmf"/><Relationship Id="rId92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13.wmf"/><Relationship Id="rId24" Type="http://schemas.openxmlformats.org/officeDocument/2006/relationships/oleObject" Target="../embeddings/oleObject11.bin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1.emf"/><Relationship Id="rId66" Type="http://schemas.openxmlformats.org/officeDocument/2006/relationships/oleObject" Target="../embeddings/oleObject33.bin"/><Relationship Id="rId87" Type="http://schemas.openxmlformats.org/officeDocument/2006/relationships/oleObject" Target="../embeddings/oleObject44.bin"/><Relationship Id="rId61" Type="http://schemas.openxmlformats.org/officeDocument/2006/relationships/image" Target="../media/image29.wmf"/><Relationship Id="rId82" Type="http://schemas.openxmlformats.org/officeDocument/2006/relationships/oleObject" Target="../embeddings/oleObject41.bin"/><Relationship Id="rId19" Type="http://schemas.openxmlformats.org/officeDocument/2006/relationships/image" Target="../media/image8.wmf"/><Relationship Id="rId14" Type="http://schemas.openxmlformats.org/officeDocument/2006/relationships/oleObject" Target="../embeddings/oleObject6.bin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6.wmf"/><Relationship Id="rId56" Type="http://schemas.openxmlformats.org/officeDocument/2006/relationships/oleObject" Target="../embeddings/oleObject27.bin"/><Relationship Id="rId77" Type="http://schemas.openxmlformats.org/officeDocument/2006/relationships/image" Target="../media/image36.wmf"/><Relationship Id="rId100" Type="http://schemas.openxmlformats.org/officeDocument/2006/relationships/image" Target="../media/image47.wmf"/><Relationship Id="rId8" Type="http://schemas.openxmlformats.org/officeDocument/2006/relationships/oleObject" Target="../embeddings/oleObject3.bin"/><Relationship Id="rId51" Type="http://schemas.openxmlformats.org/officeDocument/2006/relationships/image" Target="../media/image24.wmf"/><Relationship Id="rId72" Type="http://schemas.openxmlformats.org/officeDocument/2006/relationships/oleObject" Target="../embeddings/oleObject36.bin"/><Relationship Id="rId93" Type="http://schemas.openxmlformats.org/officeDocument/2006/relationships/oleObject" Target="../embeddings/oleObject47.bin"/><Relationship Id="rId98" Type="http://schemas.openxmlformats.org/officeDocument/2006/relationships/image" Target="../media/image46.wmf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58.bin"/><Relationship Id="rId39" Type="http://schemas.openxmlformats.org/officeDocument/2006/relationships/image" Target="../media/image60.wmf"/><Relationship Id="rId21" Type="http://schemas.openxmlformats.org/officeDocument/2006/relationships/image" Target="../media/image51.wmf"/><Relationship Id="rId34" Type="http://schemas.openxmlformats.org/officeDocument/2006/relationships/oleObject" Target="../embeddings/oleObject62.bin"/><Relationship Id="rId42" Type="http://schemas.openxmlformats.org/officeDocument/2006/relationships/oleObject" Target="../embeddings/oleObject66.bin"/><Relationship Id="rId47" Type="http://schemas.openxmlformats.org/officeDocument/2006/relationships/image" Target="../media/image64.wmf"/><Relationship Id="rId50" Type="http://schemas.openxmlformats.org/officeDocument/2006/relationships/oleObject" Target="../embeddings/oleObject70.bin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4.bin"/><Relationship Id="rId29" Type="http://schemas.openxmlformats.org/officeDocument/2006/relationships/image" Target="../media/image55.wmf"/><Relationship Id="rId11" Type="http://schemas.openxmlformats.org/officeDocument/2006/relationships/image" Target="../media/image48.wmf"/><Relationship Id="rId24" Type="http://schemas.openxmlformats.org/officeDocument/2006/relationships/oleObject" Target="../embeddings/oleObject57.bin"/><Relationship Id="rId32" Type="http://schemas.openxmlformats.org/officeDocument/2006/relationships/oleObject" Target="../embeddings/oleObject61.bin"/><Relationship Id="rId37" Type="http://schemas.openxmlformats.org/officeDocument/2006/relationships/image" Target="../media/image59.wmf"/><Relationship Id="rId40" Type="http://schemas.openxmlformats.org/officeDocument/2006/relationships/oleObject" Target="../embeddings/oleObject65.bin"/><Relationship Id="rId45" Type="http://schemas.openxmlformats.org/officeDocument/2006/relationships/image" Target="../media/image63.wmf"/><Relationship Id="rId53" Type="http://schemas.openxmlformats.org/officeDocument/2006/relationships/image" Target="../media/image67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10.wmf"/><Relationship Id="rId31" Type="http://schemas.openxmlformats.org/officeDocument/2006/relationships/image" Target="../media/image56.wmf"/><Relationship Id="rId44" Type="http://schemas.openxmlformats.org/officeDocument/2006/relationships/oleObject" Target="../embeddings/oleObject67.bin"/><Relationship Id="rId52" Type="http://schemas.openxmlformats.org/officeDocument/2006/relationships/oleObject" Target="../embeddings/oleObject71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53.bin"/><Relationship Id="rId22" Type="http://schemas.openxmlformats.org/officeDocument/2006/relationships/oleObject" Target="../embeddings/oleObject56.bin"/><Relationship Id="rId27" Type="http://schemas.openxmlformats.org/officeDocument/2006/relationships/image" Target="../media/image54.wmf"/><Relationship Id="rId30" Type="http://schemas.openxmlformats.org/officeDocument/2006/relationships/oleObject" Target="../embeddings/oleObject60.bin"/><Relationship Id="rId35" Type="http://schemas.openxmlformats.org/officeDocument/2006/relationships/image" Target="../media/image58.wmf"/><Relationship Id="rId43" Type="http://schemas.openxmlformats.org/officeDocument/2006/relationships/image" Target="../media/image62.emf"/><Relationship Id="rId48" Type="http://schemas.openxmlformats.org/officeDocument/2006/relationships/oleObject" Target="../embeddings/oleObject69.bin"/><Relationship Id="rId8" Type="http://schemas.openxmlformats.org/officeDocument/2006/relationships/oleObject" Target="../embeddings/oleObject7.bin"/><Relationship Id="rId51" Type="http://schemas.openxmlformats.org/officeDocument/2006/relationships/image" Target="../media/image66.wmf"/><Relationship Id="rId3" Type="http://schemas.openxmlformats.org/officeDocument/2006/relationships/notesSlide" Target="../notesSlides/notesSlide2.xml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50.wmf"/><Relationship Id="rId25" Type="http://schemas.openxmlformats.org/officeDocument/2006/relationships/image" Target="../media/image53.wmf"/><Relationship Id="rId33" Type="http://schemas.openxmlformats.org/officeDocument/2006/relationships/image" Target="../media/image57.wmf"/><Relationship Id="rId38" Type="http://schemas.openxmlformats.org/officeDocument/2006/relationships/oleObject" Target="../embeddings/oleObject64.bin"/><Relationship Id="rId46" Type="http://schemas.openxmlformats.org/officeDocument/2006/relationships/oleObject" Target="../embeddings/oleObject68.bin"/><Relationship Id="rId20" Type="http://schemas.openxmlformats.org/officeDocument/2006/relationships/oleObject" Target="../embeddings/oleObject55.bin"/><Relationship Id="rId41" Type="http://schemas.openxmlformats.org/officeDocument/2006/relationships/image" Target="../media/image61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5" Type="http://schemas.openxmlformats.org/officeDocument/2006/relationships/image" Target="../media/image49.wmf"/><Relationship Id="rId23" Type="http://schemas.openxmlformats.org/officeDocument/2006/relationships/image" Target="../media/image52.wmf"/><Relationship Id="rId28" Type="http://schemas.openxmlformats.org/officeDocument/2006/relationships/oleObject" Target="../embeddings/oleObject59.bin"/><Relationship Id="rId36" Type="http://schemas.openxmlformats.org/officeDocument/2006/relationships/oleObject" Target="../embeddings/oleObject63.bin"/><Relationship Id="rId49" Type="http://schemas.openxmlformats.org/officeDocument/2006/relationships/image" Target="../media/image65.wmf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80.bin"/><Relationship Id="rId21" Type="http://schemas.openxmlformats.org/officeDocument/2006/relationships/image" Target="../media/image5.wmf"/><Relationship Id="rId42" Type="http://schemas.openxmlformats.org/officeDocument/2006/relationships/oleObject" Target="../embeddings/oleObject87.bin"/><Relationship Id="rId47" Type="http://schemas.openxmlformats.org/officeDocument/2006/relationships/image" Target="../media/image83.emf"/><Relationship Id="rId63" Type="http://schemas.openxmlformats.org/officeDocument/2006/relationships/oleObject" Target="../embeddings/oleObject97.bin"/><Relationship Id="rId68" Type="http://schemas.openxmlformats.org/officeDocument/2006/relationships/image" Target="../media/image90.wmf"/><Relationship Id="rId84" Type="http://schemas.openxmlformats.org/officeDocument/2006/relationships/oleObject" Target="../embeddings/oleObject110.bin"/><Relationship Id="rId89" Type="http://schemas.openxmlformats.org/officeDocument/2006/relationships/oleObject" Target="../embeddings/oleObject114.bin"/><Relationship Id="rId112" Type="http://schemas.openxmlformats.org/officeDocument/2006/relationships/oleObject" Target="../embeddings/oleObject127.bin"/><Relationship Id="rId16" Type="http://schemas.openxmlformats.org/officeDocument/2006/relationships/oleObject" Target="../embeddings/oleObject78.bin"/><Relationship Id="rId107" Type="http://schemas.openxmlformats.org/officeDocument/2006/relationships/image" Target="../media/image105.wmf"/><Relationship Id="rId11" Type="http://schemas.openxmlformats.org/officeDocument/2006/relationships/image" Target="../media/image71.wmf"/><Relationship Id="rId32" Type="http://schemas.openxmlformats.org/officeDocument/2006/relationships/oleObject" Target="../embeddings/oleObject82.bin"/><Relationship Id="rId37" Type="http://schemas.openxmlformats.org/officeDocument/2006/relationships/image" Target="../media/image78.wmf"/><Relationship Id="rId53" Type="http://schemas.openxmlformats.org/officeDocument/2006/relationships/oleObject" Target="../embeddings/oleObject92.bin"/><Relationship Id="rId58" Type="http://schemas.openxmlformats.org/officeDocument/2006/relationships/image" Target="../media/image86.emf"/><Relationship Id="rId74" Type="http://schemas.openxmlformats.org/officeDocument/2006/relationships/image" Target="../media/image92.wmf"/><Relationship Id="rId79" Type="http://schemas.openxmlformats.org/officeDocument/2006/relationships/oleObject" Target="../embeddings/oleObject107.bin"/><Relationship Id="rId102" Type="http://schemas.openxmlformats.org/officeDocument/2006/relationships/oleObject" Target="../embeddings/oleObject122.bin"/><Relationship Id="rId5" Type="http://schemas.openxmlformats.org/officeDocument/2006/relationships/image" Target="../media/image68.wmf"/><Relationship Id="rId90" Type="http://schemas.openxmlformats.org/officeDocument/2006/relationships/oleObject" Target="../embeddings/oleObject115.bin"/><Relationship Id="rId95" Type="http://schemas.openxmlformats.org/officeDocument/2006/relationships/image" Target="../media/image99.wmf"/><Relationship Id="rId22" Type="http://schemas.openxmlformats.org/officeDocument/2006/relationships/oleObject" Target="../embeddings/oleObject6.bin"/><Relationship Id="rId27" Type="http://schemas.openxmlformats.org/officeDocument/2006/relationships/image" Target="../media/image76.wmf"/><Relationship Id="rId43" Type="http://schemas.openxmlformats.org/officeDocument/2006/relationships/image" Target="../media/image81.wmf"/><Relationship Id="rId48" Type="http://schemas.openxmlformats.org/officeDocument/2006/relationships/oleObject" Target="../embeddings/oleObject90.bin"/><Relationship Id="rId64" Type="http://schemas.openxmlformats.org/officeDocument/2006/relationships/oleObject" Target="../embeddings/oleObject98.bin"/><Relationship Id="rId69" Type="http://schemas.openxmlformats.org/officeDocument/2006/relationships/oleObject" Target="../embeddings/oleObject101.bin"/><Relationship Id="rId113" Type="http://schemas.openxmlformats.org/officeDocument/2006/relationships/image" Target="../media/image108.wmf"/><Relationship Id="rId80" Type="http://schemas.openxmlformats.org/officeDocument/2006/relationships/image" Target="../media/image95.emf"/><Relationship Id="rId85" Type="http://schemas.openxmlformats.org/officeDocument/2006/relationships/image" Target="../media/image97.e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74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85.bin"/><Relationship Id="rId59" Type="http://schemas.openxmlformats.org/officeDocument/2006/relationships/oleObject" Target="../embeddings/oleObject95.bin"/><Relationship Id="rId103" Type="http://schemas.openxmlformats.org/officeDocument/2006/relationships/image" Target="../media/image103.wmf"/><Relationship Id="rId108" Type="http://schemas.openxmlformats.org/officeDocument/2006/relationships/oleObject" Target="../embeddings/oleObject125.bin"/><Relationship Id="rId54" Type="http://schemas.openxmlformats.org/officeDocument/2006/relationships/image" Target="../media/image84.emf"/><Relationship Id="rId70" Type="http://schemas.openxmlformats.org/officeDocument/2006/relationships/oleObject" Target="../embeddings/oleObject102.bin"/><Relationship Id="rId75" Type="http://schemas.openxmlformats.org/officeDocument/2006/relationships/oleObject" Target="../embeddings/oleObject105.bin"/><Relationship Id="rId91" Type="http://schemas.openxmlformats.org/officeDocument/2006/relationships/oleObject" Target="../embeddings/oleObject116.bin"/><Relationship Id="rId96" Type="http://schemas.openxmlformats.org/officeDocument/2006/relationships/oleObject" Target="../embeddings/oleObject119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3.bin"/><Relationship Id="rId15" Type="http://schemas.openxmlformats.org/officeDocument/2006/relationships/image" Target="../media/image73.wmf"/><Relationship Id="rId23" Type="http://schemas.openxmlformats.org/officeDocument/2006/relationships/image" Target="../media/image6.wmf"/><Relationship Id="rId28" Type="http://schemas.openxmlformats.org/officeDocument/2006/relationships/oleObject" Target="../embeddings/oleObject10.bin"/><Relationship Id="rId36" Type="http://schemas.openxmlformats.org/officeDocument/2006/relationships/oleObject" Target="../embeddings/oleObject84.bin"/><Relationship Id="rId49" Type="http://schemas.openxmlformats.org/officeDocument/2006/relationships/oleObject" Target="../embeddings/oleObject91.bin"/><Relationship Id="rId57" Type="http://schemas.openxmlformats.org/officeDocument/2006/relationships/oleObject" Target="../embeddings/oleObject94.bin"/><Relationship Id="rId106" Type="http://schemas.openxmlformats.org/officeDocument/2006/relationships/oleObject" Target="../embeddings/oleObject124.bin"/><Relationship Id="rId10" Type="http://schemas.openxmlformats.org/officeDocument/2006/relationships/oleObject" Target="../embeddings/oleObject75.bin"/><Relationship Id="rId31" Type="http://schemas.openxmlformats.org/officeDocument/2006/relationships/image" Target="../media/image13.wmf"/><Relationship Id="rId44" Type="http://schemas.openxmlformats.org/officeDocument/2006/relationships/oleObject" Target="../embeddings/oleObject88.bin"/><Relationship Id="rId52" Type="http://schemas.openxmlformats.org/officeDocument/2006/relationships/image" Target="../media/image22.wmf"/><Relationship Id="rId60" Type="http://schemas.openxmlformats.org/officeDocument/2006/relationships/image" Target="../media/image87.emf"/><Relationship Id="rId65" Type="http://schemas.openxmlformats.org/officeDocument/2006/relationships/oleObject" Target="../embeddings/oleObject99.bin"/><Relationship Id="rId73" Type="http://schemas.openxmlformats.org/officeDocument/2006/relationships/oleObject" Target="../embeddings/oleObject104.bin"/><Relationship Id="rId78" Type="http://schemas.openxmlformats.org/officeDocument/2006/relationships/image" Target="../media/image94.emf"/><Relationship Id="rId81" Type="http://schemas.openxmlformats.org/officeDocument/2006/relationships/oleObject" Target="../embeddings/oleObject108.bin"/><Relationship Id="rId86" Type="http://schemas.openxmlformats.org/officeDocument/2006/relationships/oleObject" Target="../embeddings/oleObject111.bin"/><Relationship Id="rId94" Type="http://schemas.openxmlformats.org/officeDocument/2006/relationships/oleObject" Target="../embeddings/oleObject118.bin"/><Relationship Id="rId99" Type="http://schemas.openxmlformats.org/officeDocument/2006/relationships/image" Target="../media/image101.wmf"/><Relationship Id="rId101" Type="http://schemas.openxmlformats.org/officeDocument/2006/relationships/image" Target="../media/image102.w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0.wmf"/><Relationship Id="rId13" Type="http://schemas.openxmlformats.org/officeDocument/2006/relationships/image" Target="../media/image72.wmf"/><Relationship Id="rId18" Type="http://schemas.openxmlformats.org/officeDocument/2006/relationships/oleObject" Target="../embeddings/oleObject79.bin"/><Relationship Id="rId39" Type="http://schemas.openxmlformats.org/officeDocument/2006/relationships/image" Target="../media/image79.wmf"/><Relationship Id="rId109" Type="http://schemas.openxmlformats.org/officeDocument/2006/relationships/image" Target="../media/image106.wmf"/><Relationship Id="rId34" Type="http://schemas.openxmlformats.org/officeDocument/2006/relationships/oleObject" Target="../embeddings/oleObject83.bin"/><Relationship Id="rId50" Type="http://schemas.openxmlformats.org/officeDocument/2006/relationships/image" Target="../media/image109.jpg"/><Relationship Id="rId55" Type="http://schemas.openxmlformats.org/officeDocument/2006/relationships/oleObject" Target="../embeddings/oleObject93.bin"/><Relationship Id="rId76" Type="http://schemas.openxmlformats.org/officeDocument/2006/relationships/image" Target="../media/image93.wmf"/><Relationship Id="rId97" Type="http://schemas.openxmlformats.org/officeDocument/2006/relationships/image" Target="../media/image100.wmf"/><Relationship Id="rId104" Type="http://schemas.openxmlformats.org/officeDocument/2006/relationships/oleObject" Target="../embeddings/oleObject123.bin"/><Relationship Id="rId7" Type="http://schemas.openxmlformats.org/officeDocument/2006/relationships/image" Target="../media/image69.wmf"/><Relationship Id="rId71" Type="http://schemas.openxmlformats.org/officeDocument/2006/relationships/oleObject" Target="../embeddings/oleObject103.bin"/><Relationship Id="rId92" Type="http://schemas.openxmlformats.org/officeDocument/2006/relationships/image" Target="../media/image98.wmf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10.wmf"/><Relationship Id="rId24" Type="http://schemas.openxmlformats.org/officeDocument/2006/relationships/oleObject" Target="../embeddings/oleObject7.bin"/><Relationship Id="rId40" Type="http://schemas.openxmlformats.org/officeDocument/2006/relationships/oleObject" Target="../embeddings/oleObject86.bin"/><Relationship Id="rId45" Type="http://schemas.openxmlformats.org/officeDocument/2006/relationships/image" Target="../media/image82.wmf"/><Relationship Id="rId66" Type="http://schemas.openxmlformats.org/officeDocument/2006/relationships/image" Target="../media/image89.wmf"/><Relationship Id="rId87" Type="http://schemas.openxmlformats.org/officeDocument/2006/relationships/oleObject" Target="../embeddings/oleObject112.bin"/><Relationship Id="rId110" Type="http://schemas.openxmlformats.org/officeDocument/2006/relationships/oleObject" Target="../embeddings/oleObject126.bin"/><Relationship Id="rId61" Type="http://schemas.openxmlformats.org/officeDocument/2006/relationships/oleObject" Target="../embeddings/oleObject96.bin"/><Relationship Id="rId82" Type="http://schemas.openxmlformats.org/officeDocument/2006/relationships/oleObject" Target="../embeddings/oleObject109.bin"/><Relationship Id="rId19" Type="http://schemas.openxmlformats.org/officeDocument/2006/relationships/image" Target="../media/image75.wmf"/><Relationship Id="rId14" Type="http://schemas.openxmlformats.org/officeDocument/2006/relationships/oleObject" Target="../embeddings/oleObject77.bin"/><Relationship Id="rId30" Type="http://schemas.openxmlformats.org/officeDocument/2006/relationships/oleObject" Target="../embeddings/oleObject81.bin"/><Relationship Id="rId35" Type="http://schemas.openxmlformats.org/officeDocument/2006/relationships/image" Target="../media/image77.wmf"/><Relationship Id="rId56" Type="http://schemas.openxmlformats.org/officeDocument/2006/relationships/image" Target="../media/image85.emf"/><Relationship Id="rId77" Type="http://schemas.openxmlformats.org/officeDocument/2006/relationships/oleObject" Target="../embeddings/oleObject106.bin"/><Relationship Id="rId100" Type="http://schemas.openxmlformats.org/officeDocument/2006/relationships/oleObject" Target="../embeddings/oleObject121.bin"/><Relationship Id="rId105" Type="http://schemas.openxmlformats.org/officeDocument/2006/relationships/image" Target="../media/image104.wmf"/><Relationship Id="rId8" Type="http://schemas.openxmlformats.org/officeDocument/2006/relationships/oleObject" Target="../embeddings/oleObject74.bin"/><Relationship Id="rId51" Type="http://schemas.openxmlformats.org/officeDocument/2006/relationships/oleObject" Target="../embeddings/oleObject22.bin"/><Relationship Id="rId72" Type="http://schemas.openxmlformats.org/officeDocument/2006/relationships/image" Target="../media/image91.wmf"/><Relationship Id="rId93" Type="http://schemas.openxmlformats.org/officeDocument/2006/relationships/oleObject" Target="../embeddings/oleObject117.bin"/><Relationship Id="rId98" Type="http://schemas.openxmlformats.org/officeDocument/2006/relationships/oleObject" Target="../embeddings/oleObject120.bin"/><Relationship Id="rId3" Type="http://schemas.openxmlformats.org/officeDocument/2006/relationships/notesSlide" Target="../notesSlides/notesSlide3.xml"/><Relationship Id="rId25" Type="http://schemas.openxmlformats.org/officeDocument/2006/relationships/image" Target="../media/image7.wmf"/><Relationship Id="rId46" Type="http://schemas.openxmlformats.org/officeDocument/2006/relationships/oleObject" Target="../embeddings/oleObject89.bin"/><Relationship Id="rId67" Type="http://schemas.openxmlformats.org/officeDocument/2006/relationships/oleObject" Target="../embeddings/oleObject100.bin"/><Relationship Id="rId20" Type="http://schemas.openxmlformats.org/officeDocument/2006/relationships/oleObject" Target="../embeddings/oleObject5.bin"/><Relationship Id="rId41" Type="http://schemas.openxmlformats.org/officeDocument/2006/relationships/image" Target="../media/image80.wmf"/><Relationship Id="rId62" Type="http://schemas.openxmlformats.org/officeDocument/2006/relationships/image" Target="../media/image88.emf"/><Relationship Id="rId83" Type="http://schemas.openxmlformats.org/officeDocument/2006/relationships/image" Target="../media/image96.emf"/><Relationship Id="rId88" Type="http://schemas.openxmlformats.org/officeDocument/2006/relationships/oleObject" Target="../embeddings/oleObject113.bin"/><Relationship Id="rId111" Type="http://schemas.openxmlformats.org/officeDocument/2006/relationships/image" Target="../media/image107.wmf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6.wmf"/><Relationship Id="rId21" Type="http://schemas.openxmlformats.org/officeDocument/2006/relationships/oleObject" Target="../embeddings/oleObject6.bin"/><Relationship Id="rId42" Type="http://schemas.openxmlformats.org/officeDocument/2006/relationships/image" Target="../media/image113.wmf"/><Relationship Id="rId47" Type="http://schemas.openxmlformats.org/officeDocument/2006/relationships/oleObject" Target="../embeddings/oleObject90.bin"/><Relationship Id="rId63" Type="http://schemas.openxmlformats.org/officeDocument/2006/relationships/oleObject" Target="../embeddings/oleObject149.bin"/><Relationship Id="rId68" Type="http://schemas.openxmlformats.org/officeDocument/2006/relationships/oleObject" Target="../embeddings/oleObject152.bin"/><Relationship Id="rId84" Type="http://schemas.openxmlformats.org/officeDocument/2006/relationships/oleObject" Target="../embeddings/oleObject161.bin"/><Relationship Id="rId89" Type="http://schemas.openxmlformats.org/officeDocument/2006/relationships/oleObject" Target="../embeddings/oleObject166.bin"/><Relationship Id="rId16" Type="http://schemas.openxmlformats.org/officeDocument/2006/relationships/image" Target="../media/image74.wmf"/><Relationship Id="rId107" Type="http://schemas.openxmlformats.org/officeDocument/2006/relationships/image" Target="../media/image124.wmf"/><Relationship Id="rId11" Type="http://schemas.openxmlformats.org/officeDocument/2006/relationships/oleObject" Target="../embeddings/oleObject132.bin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38.bin"/><Relationship Id="rId53" Type="http://schemas.openxmlformats.org/officeDocument/2006/relationships/oleObject" Target="../embeddings/oleObject143.bin"/><Relationship Id="rId58" Type="http://schemas.openxmlformats.org/officeDocument/2006/relationships/image" Target="../media/image87.emf"/><Relationship Id="rId74" Type="http://schemas.openxmlformats.org/officeDocument/2006/relationships/image" Target="../media/image93.wmf"/><Relationship Id="rId79" Type="http://schemas.openxmlformats.org/officeDocument/2006/relationships/oleObject" Target="../embeddings/oleObject158.bin"/><Relationship Id="rId102" Type="http://schemas.openxmlformats.org/officeDocument/2006/relationships/oleObject" Target="../embeddings/oleObject173.bin"/><Relationship Id="rId5" Type="http://schemas.openxmlformats.org/officeDocument/2006/relationships/oleObject" Target="../embeddings/oleObject129.bin"/><Relationship Id="rId90" Type="http://schemas.openxmlformats.org/officeDocument/2006/relationships/image" Target="../media/image119.wmf"/><Relationship Id="rId95" Type="http://schemas.openxmlformats.org/officeDocument/2006/relationships/image" Target="../media/image100.wmf"/><Relationship Id="rId22" Type="http://schemas.openxmlformats.org/officeDocument/2006/relationships/image" Target="../media/image6.wmf"/><Relationship Id="rId27" Type="http://schemas.openxmlformats.org/officeDocument/2006/relationships/oleObject" Target="../embeddings/oleObject10.bin"/><Relationship Id="rId43" Type="http://schemas.openxmlformats.org/officeDocument/2006/relationships/oleObject" Target="../embeddings/oleObject141.bin"/><Relationship Id="rId48" Type="http://schemas.openxmlformats.org/officeDocument/2006/relationships/oleObject" Target="../embeddings/oleObject91.bin"/><Relationship Id="rId64" Type="http://schemas.openxmlformats.org/officeDocument/2006/relationships/image" Target="../media/image115.wmf"/><Relationship Id="rId69" Type="http://schemas.openxmlformats.org/officeDocument/2006/relationships/oleObject" Target="../embeddings/oleObject153.bin"/><Relationship Id="rId80" Type="http://schemas.openxmlformats.org/officeDocument/2006/relationships/oleObject" Target="../embeddings/oleObject159.bin"/><Relationship Id="rId85" Type="http://schemas.openxmlformats.org/officeDocument/2006/relationships/oleObject" Target="../embeddings/oleObject162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135.bin"/><Relationship Id="rId33" Type="http://schemas.openxmlformats.org/officeDocument/2006/relationships/oleObject" Target="../embeddings/oleObject83.bin"/><Relationship Id="rId38" Type="http://schemas.openxmlformats.org/officeDocument/2006/relationships/image" Target="../media/image111.wmf"/><Relationship Id="rId59" Type="http://schemas.openxmlformats.org/officeDocument/2006/relationships/oleObject" Target="../embeddings/oleObject146.bin"/><Relationship Id="rId103" Type="http://schemas.openxmlformats.org/officeDocument/2006/relationships/image" Target="../media/image122.wmf"/><Relationship Id="rId108" Type="http://schemas.openxmlformats.org/officeDocument/2006/relationships/oleObject" Target="../embeddings/oleObject176.bin"/><Relationship Id="rId54" Type="http://schemas.openxmlformats.org/officeDocument/2006/relationships/image" Target="../media/image85.emf"/><Relationship Id="rId70" Type="http://schemas.openxmlformats.org/officeDocument/2006/relationships/image" Target="../media/image117.wmf"/><Relationship Id="rId75" Type="http://schemas.openxmlformats.org/officeDocument/2006/relationships/oleObject" Target="../embeddings/oleObject156.bin"/><Relationship Id="rId91" Type="http://schemas.openxmlformats.org/officeDocument/2006/relationships/oleObject" Target="../embeddings/oleObject167.bin"/><Relationship Id="rId96" Type="http://schemas.openxmlformats.org/officeDocument/2006/relationships/oleObject" Target="../embeddings/oleObject170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69.wmf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7.bin"/><Relationship Id="rId28" Type="http://schemas.openxmlformats.org/officeDocument/2006/relationships/image" Target="../media/image10.wmf"/><Relationship Id="rId36" Type="http://schemas.openxmlformats.org/officeDocument/2006/relationships/image" Target="../media/image110.wmf"/><Relationship Id="rId49" Type="http://schemas.openxmlformats.org/officeDocument/2006/relationships/oleObject" Target="../embeddings/oleObject22.bin"/><Relationship Id="rId57" Type="http://schemas.openxmlformats.org/officeDocument/2006/relationships/oleObject" Target="../embeddings/oleObject145.bin"/><Relationship Id="rId106" Type="http://schemas.openxmlformats.org/officeDocument/2006/relationships/oleObject" Target="../embeddings/oleObject175.bin"/><Relationship Id="rId10" Type="http://schemas.openxmlformats.org/officeDocument/2006/relationships/image" Target="../media/image71.wmf"/><Relationship Id="rId31" Type="http://schemas.openxmlformats.org/officeDocument/2006/relationships/oleObject" Target="../embeddings/oleObject82.bin"/><Relationship Id="rId44" Type="http://schemas.openxmlformats.org/officeDocument/2006/relationships/image" Target="../media/image114.wmf"/><Relationship Id="rId52" Type="http://schemas.openxmlformats.org/officeDocument/2006/relationships/image" Target="../media/image84.emf"/><Relationship Id="rId60" Type="http://schemas.openxmlformats.org/officeDocument/2006/relationships/image" Target="../media/image88.emf"/><Relationship Id="rId65" Type="http://schemas.openxmlformats.org/officeDocument/2006/relationships/oleObject" Target="../embeddings/oleObject150.bin"/><Relationship Id="rId73" Type="http://schemas.openxmlformats.org/officeDocument/2006/relationships/oleObject" Target="../embeddings/oleObject155.bin"/><Relationship Id="rId78" Type="http://schemas.openxmlformats.org/officeDocument/2006/relationships/image" Target="../media/image95.emf"/><Relationship Id="rId81" Type="http://schemas.openxmlformats.org/officeDocument/2006/relationships/image" Target="../media/image96.emf"/><Relationship Id="rId86" Type="http://schemas.openxmlformats.org/officeDocument/2006/relationships/oleObject" Target="../embeddings/oleObject163.bin"/><Relationship Id="rId94" Type="http://schemas.openxmlformats.org/officeDocument/2006/relationships/oleObject" Target="../embeddings/oleObject169.bin"/><Relationship Id="rId99" Type="http://schemas.openxmlformats.org/officeDocument/2006/relationships/image" Target="../media/image102.wmf"/><Relationship Id="rId101" Type="http://schemas.openxmlformats.org/officeDocument/2006/relationships/image" Target="../media/image12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131.bin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75.wmf"/><Relationship Id="rId39" Type="http://schemas.openxmlformats.org/officeDocument/2006/relationships/oleObject" Target="../embeddings/oleObject139.bin"/><Relationship Id="rId109" Type="http://schemas.openxmlformats.org/officeDocument/2006/relationships/image" Target="../media/image125.wmf"/><Relationship Id="rId34" Type="http://schemas.openxmlformats.org/officeDocument/2006/relationships/image" Target="../media/image77.wmf"/><Relationship Id="rId50" Type="http://schemas.openxmlformats.org/officeDocument/2006/relationships/image" Target="../media/image22.wmf"/><Relationship Id="rId55" Type="http://schemas.openxmlformats.org/officeDocument/2006/relationships/oleObject" Target="../embeddings/oleObject144.bin"/><Relationship Id="rId76" Type="http://schemas.openxmlformats.org/officeDocument/2006/relationships/image" Target="../media/image94.emf"/><Relationship Id="rId97" Type="http://schemas.openxmlformats.org/officeDocument/2006/relationships/image" Target="../media/image120.wmf"/><Relationship Id="rId104" Type="http://schemas.openxmlformats.org/officeDocument/2006/relationships/oleObject" Target="../embeddings/oleObject174.bin"/><Relationship Id="rId7" Type="http://schemas.openxmlformats.org/officeDocument/2006/relationships/oleObject" Target="../embeddings/oleObject130.bin"/><Relationship Id="rId71" Type="http://schemas.openxmlformats.org/officeDocument/2006/relationships/oleObject" Target="../embeddings/oleObject154.bin"/><Relationship Id="rId92" Type="http://schemas.openxmlformats.org/officeDocument/2006/relationships/oleObject" Target="../embeddings/oleObject168.bin"/><Relationship Id="rId2" Type="http://schemas.openxmlformats.org/officeDocument/2006/relationships/slideLayout" Target="../slideLayouts/slideLayout2.xml"/><Relationship Id="rId29" Type="http://schemas.openxmlformats.org/officeDocument/2006/relationships/oleObject" Target="../embeddings/oleObject81.bin"/><Relationship Id="rId24" Type="http://schemas.openxmlformats.org/officeDocument/2006/relationships/image" Target="../media/image7.wmf"/><Relationship Id="rId40" Type="http://schemas.openxmlformats.org/officeDocument/2006/relationships/image" Target="../media/image112.wmf"/><Relationship Id="rId45" Type="http://schemas.openxmlformats.org/officeDocument/2006/relationships/oleObject" Target="../embeddings/oleObject89.bin"/><Relationship Id="rId66" Type="http://schemas.openxmlformats.org/officeDocument/2006/relationships/image" Target="../media/image116.wmf"/><Relationship Id="rId87" Type="http://schemas.openxmlformats.org/officeDocument/2006/relationships/oleObject" Target="../embeddings/oleObject164.bin"/><Relationship Id="rId110" Type="http://schemas.openxmlformats.org/officeDocument/2006/relationships/oleObject" Target="../embeddings/oleObject177.bin"/><Relationship Id="rId61" Type="http://schemas.openxmlformats.org/officeDocument/2006/relationships/oleObject" Target="../embeddings/oleObject147.bin"/><Relationship Id="rId82" Type="http://schemas.openxmlformats.org/officeDocument/2006/relationships/oleObject" Target="../embeddings/oleObject160.bin"/><Relationship Id="rId19" Type="http://schemas.openxmlformats.org/officeDocument/2006/relationships/oleObject" Target="../embeddings/oleObject5.bin"/><Relationship Id="rId14" Type="http://schemas.openxmlformats.org/officeDocument/2006/relationships/image" Target="../media/image73.wmf"/><Relationship Id="rId30" Type="http://schemas.openxmlformats.org/officeDocument/2006/relationships/image" Target="../media/image13.wmf"/><Relationship Id="rId35" Type="http://schemas.openxmlformats.org/officeDocument/2006/relationships/oleObject" Target="../embeddings/oleObject137.bin"/><Relationship Id="rId56" Type="http://schemas.openxmlformats.org/officeDocument/2006/relationships/image" Target="../media/image86.emf"/><Relationship Id="rId77" Type="http://schemas.openxmlformats.org/officeDocument/2006/relationships/oleObject" Target="../embeddings/oleObject157.bin"/><Relationship Id="rId100" Type="http://schemas.openxmlformats.org/officeDocument/2006/relationships/oleObject" Target="../embeddings/oleObject172.bin"/><Relationship Id="rId105" Type="http://schemas.openxmlformats.org/officeDocument/2006/relationships/image" Target="../media/image123.wmf"/><Relationship Id="rId8" Type="http://schemas.openxmlformats.org/officeDocument/2006/relationships/image" Target="../media/image70.wmf"/><Relationship Id="rId51" Type="http://schemas.openxmlformats.org/officeDocument/2006/relationships/oleObject" Target="../embeddings/oleObject142.bin"/><Relationship Id="rId72" Type="http://schemas.openxmlformats.org/officeDocument/2006/relationships/image" Target="../media/image118.wmf"/><Relationship Id="rId93" Type="http://schemas.openxmlformats.org/officeDocument/2006/relationships/image" Target="../media/image99.wmf"/><Relationship Id="rId98" Type="http://schemas.openxmlformats.org/officeDocument/2006/relationships/oleObject" Target="../embeddings/oleObject171.bin"/><Relationship Id="rId3" Type="http://schemas.openxmlformats.org/officeDocument/2006/relationships/oleObject" Target="../embeddings/oleObject128.bin"/><Relationship Id="rId25" Type="http://schemas.openxmlformats.org/officeDocument/2006/relationships/oleObject" Target="../embeddings/oleObject136.bin"/><Relationship Id="rId46" Type="http://schemas.openxmlformats.org/officeDocument/2006/relationships/image" Target="../media/image83.emf"/><Relationship Id="rId67" Type="http://schemas.openxmlformats.org/officeDocument/2006/relationships/oleObject" Target="../embeddings/oleObject151.bin"/><Relationship Id="rId20" Type="http://schemas.openxmlformats.org/officeDocument/2006/relationships/image" Target="../media/image5.wmf"/><Relationship Id="rId41" Type="http://schemas.openxmlformats.org/officeDocument/2006/relationships/oleObject" Target="../embeddings/oleObject140.bin"/><Relationship Id="rId62" Type="http://schemas.openxmlformats.org/officeDocument/2006/relationships/oleObject" Target="../embeddings/oleObject148.bin"/><Relationship Id="rId83" Type="http://schemas.openxmlformats.org/officeDocument/2006/relationships/image" Target="../media/image97.emf"/><Relationship Id="rId88" Type="http://schemas.openxmlformats.org/officeDocument/2006/relationships/oleObject" Target="../embeddings/oleObject165.bin"/><Relationship Id="rId111" Type="http://schemas.openxmlformats.org/officeDocument/2006/relationships/image" Target="../media/image126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0.wmf"/><Relationship Id="rId26" Type="http://schemas.openxmlformats.org/officeDocument/2006/relationships/image" Target="../media/image134.wmf"/><Relationship Id="rId39" Type="http://schemas.openxmlformats.org/officeDocument/2006/relationships/oleObject" Target="../embeddings/oleObject196.bin"/><Relationship Id="rId21" Type="http://schemas.openxmlformats.org/officeDocument/2006/relationships/oleObject" Target="../embeddings/oleObject187.bin"/><Relationship Id="rId34" Type="http://schemas.openxmlformats.org/officeDocument/2006/relationships/image" Target="../media/image136.wmf"/><Relationship Id="rId42" Type="http://schemas.openxmlformats.org/officeDocument/2006/relationships/image" Target="../media/image138.wmf"/><Relationship Id="rId47" Type="http://schemas.openxmlformats.org/officeDocument/2006/relationships/oleObject" Target="../embeddings/oleObject201.bin"/><Relationship Id="rId50" Type="http://schemas.openxmlformats.org/officeDocument/2006/relationships/image" Target="../media/image142.png"/><Relationship Id="rId7" Type="http://schemas.openxmlformats.org/officeDocument/2006/relationships/oleObject" Target="../embeddings/oleObject18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0.wmf"/><Relationship Id="rId29" Type="http://schemas.openxmlformats.org/officeDocument/2006/relationships/oleObject" Target="../embeddings/oleObject5.bin"/><Relationship Id="rId11" Type="http://schemas.openxmlformats.org/officeDocument/2006/relationships/oleObject" Target="../embeddings/oleObject182.bin"/><Relationship Id="rId24" Type="http://schemas.openxmlformats.org/officeDocument/2006/relationships/image" Target="../media/image133.wmf"/><Relationship Id="rId32" Type="http://schemas.openxmlformats.org/officeDocument/2006/relationships/oleObject" Target="../embeddings/oleObject191.bin"/><Relationship Id="rId37" Type="http://schemas.openxmlformats.org/officeDocument/2006/relationships/oleObject" Target="../embeddings/oleObject10.bin"/><Relationship Id="rId40" Type="http://schemas.openxmlformats.org/officeDocument/2006/relationships/image" Target="../media/image137.wmf"/><Relationship Id="rId45" Type="http://schemas.openxmlformats.org/officeDocument/2006/relationships/oleObject" Target="../embeddings/oleObject200.bin"/><Relationship Id="rId53" Type="http://schemas.openxmlformats.org/officeDocument/2006/relationships/image" Target="../media/image145.png"/><Relationship Id="rId5" Type="http://schemas.openxmlformats.org/officeDocument/2006/relationships/oleObject" Target="../embeddings/oleObject179.bin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86.bin"/><Relationship Id="rId31" Type="http://schemas.openxmlformats.org/officeDocument/2006/relationships/oleObject" Target="../embeddings/oleObject7.bin"/><Relationship Id="rId44" Type="http://schemas.openxmlformats.org/officeDocument/2006/relationships/oleObject" Target="../embeddings/oleObject199.bin"/><Relationship Id="rId52" Type="http://schemas.openxmlformats.org/officeDocument/2006/relationships/image" Target="../media/image144.png"/><Relationship Id="rId4" Type="http://schemas.openxmlformats.org/officeDocument/2006/relationships/image" Target="../media/image5.wmf"/><Relationship Id="rId9" Type="http://schemas.openxmlformats.org/officeDocument/2006/relationships/oleObject" Target="../embeddings/oleObject181.bin"/><Relationship Id="rId14" Type="http://schemas.openxmlformats.org/officeDocument/2006/relationships/image" Target="../media/image129.wmf"/><Relationship Id="rId22" Type="http://schemas.openxmlformats.org/officeDocument/2006/relationships/image" Target="../media/image132.wmf"/><Relationship Id="rId27" Type="http://schemas.openxmlformats.org/officeDocument/2006/relationships/oleObject" Target="../embeddings/oleObject190.bin"/><Relationship Id="rId30" Type="http://schemas.openxmlformats.org/officeDocument/2006/relationships/oleObject" Target="../embeddings/oleObject6.bin"/><Relationship Id="rId35" Type="http://schemas.openxmlformats.org/officeDocument/2006/relationships/oleObject" Target="../embeddings/oleObject193.bin"/><Relationship Id="rId43" Type="http://schemas.openxmlformats.org/officeDocument/2006/relationships/oleObject" Target="../embeddings/oleObject198.bin"/><Relationship Id="rId48" Type="http://schemas.openxmlformats.org/officeDocument/2006/relationships/image" Target="../media/image140.wmf"/><Relationship Id="rId8" Type="http://schemas.openxmlformats.org/officeDocument/2006/relationships/image" Target="../media/image7.wmf"/><Relationship Id="rId51" Type="http://schemas.openxmlformats.org/officeDocument/2006/relationships/image" Target="../media/image143.png"/><Relationship Id="rId3" Type="http://schemas.openxmlformats.org/officeDocument/2006/relationships/oleObject" Target="../embeddings/oleObject178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85.bin"/><Relationship Id="rId25" Type="http://schemas.openxmlformats.org/officeDocument/2006/relationships/oleObject" Target="../embeddings/oleObject189.bin"/><Relationship Id="rId33" Type="http://schemas.openxmlformats.org/officeDocument/2006/relationships/oleObject" Target="../embeddings/oleObject192.bin"/><Relationship Id="rId38" Type="http://schemas.openxmlformats.org/officeDocument/2006/relationships/oleObject" Target="../embeddings/oleObject195.bin"/><Relationship Id="rId46" Type="http://schemas.openxmlformats.org/officeDocument/2006/relationships/image" Target="../media/image139.wmf"/><Relationship Id="rId20" Type="http://schemas.openxmlformats.org/officeDocument/2006/relationships/image" Target="../media/image131.wmf"/><Relationship Id="rId41" Type="http://schemas.openxmlformats.org/officeDocument/2006/relationships/oleObject" Target="../embeddings/oleObject197.bin"/><Relationship Id="rId54" Type="http://schemas.openxmlformats.org/officeDocument/2006/relationships/image" Target="../media/image146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wmf"/><Relationship Id="rId15" Type="http://schemas.openxmlformats.org/officeDocument/2006/relationships/oleObject" Target="../embeddings/oleObject184.bin"/><Relationship Id="rId23" Type="http://schemas.openxmlformats.org/officeDocument/2006/relationships/oleObject" Target="../embeddings/oleObject188.bin"/><Relationship Id="rId28" Type="http://schemas.openxmlformats.org/officeDocument/2006/relationships/image" Target="../media/image135.wmf"/><Relationship Id="rId36" Type="http://schemas.openxmlformats.org/officeDocument/2006/relationships/oleObject" Target="../embeddings/oleObject194.bin"/><Relationship Id="rId49" Type="http://schemas.openxmlformats.org/officeDocument/2006/relationships/image" Target="../media/image14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1.wmf"/><Relationship Id="rId18" Type="http://schemas.openxmlformats.org/officeDocument/2006/relationships/oleObject" Target="../embeddings/oleObject209.bin"/><Relationship Id="rId26" Type="http://schemas.openxmlformats.org/officeDocument/2006/relationships/oleObject" Target="../embeddings/oleObject212.bin"/><Relationship Id="rId39" Type="http://schemas.openxmlformats.org/officeDocument/2006/relationships/image" Target="../media/image161.wmf"/><Relationship Id="rId21" Type="http://schemas.openxmlformats.org/officeDocument/2006/relationships/image" Target="../media/image154.emf"/><Relationship Id="rId34" Type="http://schemas.openxmlformats.org/officeDocument/2006/relationships/oleObject" Target="../embeddings/oleObject216.bin"/><Relationship Id="rId42" Type="http://schemas.openxmlformats.org/officeDocument/2006/relationships/oleObject" Target="../embeddings/oleObject220.bin"/><Relationship Id="rId47" Type="http://schemas.openxmlformats.org/officeDocument/2006/relationships/image" Target="../media/image165.wmf"/><Relationship Id="rId50" Type="http://schemas.openxmlformats.org/officeDocument/2006/relationships/oleObject" Target="../embeddings/oleObject224.bin"/><Relationship Id="rId55" Type="http://schemas.openxmlformats.org/officeDocument/2006/relationships/image" Target="../media/image169.wmf"/><Relationship Id="rId7" Type="http://schemas.openxmlformats.org/officeDocument/2006/relationships/image" Target="../media/image14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08.bin"/><Relationship Id="rId29" Type="http://schemas.openxmlformats.org/officeDocument/2006/relationships/image" Target="../media/image157.wmf"/><Relationship Id="rId11" Type="http://schemas.openxmlformats.org/officeDocument/2006/relationships/image" Target="../media/image150.wmf"/><Relationship Id="rId24" Type="http://schemas.openxmlformats.org/officeDocument/2006/relationships/oleObject" Target="../embeddings/oleObject211.bin"/><Relationship Id="rId32" Type="http://schemas.openxmlformats.org/officeDocument/2006/relationships/oleObject" Target="../embeddings/oleObject215.bin"/><Relationship Id="rId37" Type="http://schemas.openxmlformats.org/officeDocument/2006/relationships/image" Target="../media/image160.wmf"/><Relationship Id="rId40" Type="http://schemas.openxmlformats.org/officeDocument/2006/relationships/oleObject" Target="../embeddings/oleObject219.bin"/><Relationship Id="rId45" Type="http://schemas.openxmlformats.org/officeDocument/2006/relationships/image" Target="../media/image164.wmf"/><Relationship Id="rId53" Type="http://schemas.openxmlformats.org/officeDocument/2006/relationships/image" Target="../media/image168.wmf"/><Relationship Id="rId58" Type="http://schemas.openxmlformats.org/officeDocument/2006/relationships/oleObject" Target="../embeddings/oleObject228.bin"/><Relationship Id="rId5" Type="http://schemas.openxmlformats.org/officeDocument/2006/relationships/image" Target="../media/image147.wmf"/><Relationship Id="rId61" Type="http://schemas.openxmlformats.org/officeDocument/2006/relationships/image" Target="../media/image172.wmf"/><Relationship Id="rId19" Type="http://schemas.openxmlformats.org/officeDocument/2006/relationships/image" Target="../media/image153.emf"/><Relationship Id="rId14" Type="http://schemas.openxmlformats.org/officeDocument/2006/relationships/oleObject" Target="../embeddings/oleObject207.bin"/><Relationship Id="rId22" Type="http://schemas.openxmlformats.org/officeDocument/2006/relationships/oleObject" Target="../embeddings/oleObject64.bin"/><Relationship Id="rId27" Type="http://schemas.openxmlformats.org/officeDocument/2006/relationships/image" Target="../media/image156.emf"/><Relationship Id="rId30" Type="http://schemas.openxmlformats.org/officeDocument/2006/relationships/oleObject" Target="../embeddings/oleObject214.bin"/><Relationship Id="rId35" Type="http://schemas.openxmlformats.org/officeDocument/2006/relationships/image" Target="../media/image114.wmf"/><Relationship Id="rId43" Type="http://schemas.openxmlformats.org/officeDocument/2006/relationships/image" Target="../media/image163.wmf"/><Relationship Id="rId48" Type="http://schemas.openxmlformats.org/officeDocument/2006/relationships/oleObject" Target="../embeddings/oleObject223.bin"/><Relationship Id="rId56" Type="http://schemas.openxmlformats.org/officeDocument/2006/relationships/oleObject" Target="../embeddings/oleObject227.bin"/><Relationship Id="rId8" Type="http://schemas.openxmlformats.org/officeDocument/2006/relationships/oleObject" Target="../embeddings/oleObject204.bin"/><Relationship Id="rId51" Type="http://schemas.openxmlformats.org/officeDocument/2006/relationships/image" Target="../media/image167.wmf"/><Relationship Id="rId3" Type="http://schemas.openxmlformats.org/officeDocument/2006/relationships/image" Target="../media/image173.png"/><Relationship Id="rId12" Type="http://schemas.openxmlformats.org/officeDocument/2006/relationships/oleObject" Target="../embeddings/oleObject206.bin"/><Relationship Id="rId17" Type="http://schemas.openxmlformats.org/officeDocument/2006/relationships/image" Target="../media/image86.emf"/><Relationship Id="rId25" Type="http://schemas.openxmlformats.org/officeDocument/2006/relationships/image" Target="../media/image155.emf"/><Relationship Id="rId33" Type="http://schemas.openxmlformats.org/officeDocument/2006/relationships/image" Target="../media/image159.wmf"/><Relationship Id="rId38" Type="http://schemas.openxmlformats.org/officeDocument/2006/relationships/oleObject" Target="../embeddings/oleObject218.bin"/><Relationship Id="rId46" Type="http://schemas.openxmlformats.org/officeDocument/2006/relationships/oleObject" Target="../embeddings/oleObject222.bin"/><Relationship Id="rId59" Type="http://schemas.openxmlformats.org/officeDocument/2006/relationships/image" Target="../media/image171.wmf"/><Relationship Id="rId20" Type="http://schemas.openxmlformats.org/officeDocument/2006/relationships/oleObject" Target="../embeddings/oleObject210.bin"/><Relationship Id="rId41" Type="http://schemas.openxmlformats.org/officeDocument/2006/relationships/image" Target="../media/image162.wmf"/><Relationship Id="rId54" Type="http://schemas.openxmlformats.org/officeDocument/2006/relationships/oleObject" Target="../embeddings/oleObject226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03.bin"/><Relationship Id="rId15" Type="http://schemas.openxmlformats.org/officeDocument/2006/relationships/image" Target="../media/image152.wmf"/><Relationship Id="rId23" Type="http://schemas.openxmlformats.org/officeDocument/2006/relationships/image" Target="../media/image60.wmf"/><Relationship Id="rId28" Type="http://schemas.openxmlformats.org/officeDocument/2006/relationships/oleObject" Target="../embeddings/oleObject213.bin"/><Relationship Id="rId36" Type="http://schemas.openxmlformats.org/officeDocument/2006/relationships/oleObject" Target="../embeddings/oleObject217.bin"/><Relationship Id="rId49" Type="http://schemas.openxmlformats.org/officeDocument/2006/relationships/image" Target="../media/image166.wmf"/><Relationship Id="rId57" Type="http://schemas.openxmlformats.org/officeDocument/2006/relationships/image" Target="../media/image170.wmf"/><Relationship Id="rId10" Type="http://schemas.openxmlformats.org/officeDocument/2006/relationships/oleObject" Target="../embeddings/oleObject205.bin"/><Relationship Id="rId31" Type="http://schemas.openxmlformats.org/officeDocument/2006/relationships/image" Target="../media/image158.wmf"/><Relationship Id="rId44" Type="http://schemas.openxmlformats.org/officeDocument/2006/relationships/oleObject" Target="../embeddings/oleObject221.bin"/><Relationship Id="rId52" Type="http://schemas.openxmlformats.org/officeDocument/2006/relationships/oleObject" Target="../embeddings/oleObject225.bin"/><Relationship Id="rId60" Type="http://schemas.openxmlformats.org/officeDocument/2006/relationships/oleObject" Target="../embeddings/oleObject229.bin"/><Relationship Id="rId4" Type="http://schemas.openxmlformats.org/officeDocument/2006/relationships/oleObject" Target="../embeddings/oleObject202.bin"/><Relationship Id="rId9" Type="http://schemas.openxmlformats.org/officeDocument/2006/relationships/image" Target="../media/image149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1.wmf"/><Relationship Id="rId18" Type="http://schemas.openxmlformats.org/officeDocument/2006/relationships/oleObject" Target="../embeddings/oleObject236.bin"/><Relationship Id="rId26" Type="http://schemas.openxmlformats.org/officeDocument/2006/relationships/oleObject" Target="../embeddings/oleObject240.bin"/><Relationship Id="rId39" Type="http://schemas.openxmlformats.org/officeDocument/2006/relationships/image" Target="../media/image167.wmf"/><Relationship Id="rId21" Type="http://schemas.openxmlformats.org/officeDocument/2006/relationships/image" Target="../media/image156.emf"/><Relationship Id="rId34" Type="http://schemas.openxmlformats.org/officeDocument/2006/relationships/oleObject" Target="../embeddings/oleObject244.bin"/><Relationship Id="rId42" Type="http://schemas.openxmlformats.org/officeDocument/2006/relationships/oleObject" Target="../embeddings/oleObject248.bin"/><Relationship Id="rId47" Type="http://schemas.openxmlformats.org/officeDocument/2006/relationships/image" Target="../media/image171.wmf"/><Relationship Id="rId7" Type="http://schemas.openxmlformats.org/officeDocument/2006/relationships/image" Target="../media/image14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4.bin"/><Relationship Id="rId29" Type="http://schemas.openxmlformats.org/officeDocument/2006/relationships/image" Target="../media/image86.emf"/><Relationship Id="rId11" Type="http://schemas.openxmlformats.org/officeDocument/2006/relationships/image" Target="../media/image150.wmf"/><Relationship Id="rId24" Type="http://schemas.openxmlformats.org/officeDocument/2006/relationships/oleObject" Target="../embeddings/oleObject239.bin"/><Relationship Id="rId32" Type="http://schemas.openxmlformats.org/officeDocument/2006/relationships/oleObject" Target="../embeddings/oleObject243.bin"/><Relationship Id="rId37" Type="http://schemas.openxmlformats.org/officeDocument/2006/relationships/image" Target="../media/image166.wmf"/><Relationship Id="rId40" Type="http://schemas.openxmlformats.org/officeDocument/2006/relationships/oleObject" Target="../embeddings/oleObject247.bin"/><Relationship Id="rId45" Type="http://schemas.openxmlformats.org/officeDocument/2006/relationships/image" Target="../media/image176.wmf"/><Relationship Id="rId5" Type="http://schemas.openxmlformats.org/officeDocument/2006/relationships/image" Target="../media/image147.wmf"/><Relationship Id="rId15" Type="http://schemas.openxmlformats.org/officeDocument/2006/relationships/image" Target="../media/image152.wmf"/><Relationship Id="rId23" Type="http://schemas.openxmlformats.org/officeDocument/2006/relationships/image" Target="../media/image157.wmf"/><Relationship Id="rId28" Type="http://schemas.openxmlformats.org/officeDocument/2006/relationships/oleObject" Target="../embeddings/oleObject241.bin"/><Relationship Id="rId36" Type="http://schemas.openxmlformats.org/officeDocument/2006/relationships/oleObject" Target="../embeddings/oleObject245.bin"/><Relationship Id="rId49" Type="http://schemas.openxmlformats.org/officeDocument/2006/relationships/image" Target="../media/image177.wmf"/><Relationship Id="rId10" Type="http://schemas.openxmlformats.org/officeDocument/2006/relationships/oleObject" Target="../embeddings/oleObject233.bin"/><Relationship Id="rId19" Type="http://schemas.openxmlformats.org/officeDocument/2006/relationships/image" Target="../media/image155.emf"/><Relationship Id="rId31" Type="http://schemas.openxmlformats.org/officeDocument/2006/relationships/image" Target="../media/image153.emf"/><Relationship Id="rId44" Type="http://schemas.openxmlformats.org/officeDocument/2006/relationships/oleObject" Target="../embeddings/oleObject249.bin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149.wmf"/><Relationship Id="rId14" Type="http://schemas.openxmlformats.org/officeDocument/2006/relationships/oleObject" Target="../embeddings/oleObject235.bin"/><Relationship Id="rId22" Type="http://schemas.openxmlformats.org/officeDocument/2006/relationships/oleObject" Target="../embeddings/oleObject238.bin"/><Relationship Id="rId27" Type="http://schemas.openxmlformats.org/officeDocument/2006/relationships/image" Target="../media/image159.wmf"/><Relationship Id="rId30" Type="http://schemas.openxmlformats.org/officeDocument/2006/relationships/oleObject" Target="../embeddings/oleObject242.bin"/><Relationship Id="rId35" Type="http://schemas.openxmlformats.org/officeDocument/2006/relationships/image" Target="../media/image165.wmf"/><Relationship Id="rId43" Type="http://schemas.openxmlformats.org/officeDocument/2006/relationships/image" Target="../media/image175.wmf"/><Relationship Id="rId48" Type="http://schemas.openxmlformats.org/officeDocument/2006/relationships/oleObject" Target="../embeddings/oleObject251.bin"/><Relationship Id="rId8" Type="http://schemas.openxmlformats.org/officeDocument/2006/relationships/oleObject" Target="../embeddings/oleObject232.bin"/><Relationship Id="rId3" Type="http://schemas.openxmlformats.org/officeDocument/2006/relationships/image" Target="../media/image178.png"/><Relationship Id="rId12" Type="http://schemas.openxmlformats.org/officeDocument/2006/relationships/oleObject" Target="../embeddings/oleObject234.bin"/><Relationship Id="rId17" Type="http://schemas.openxmlformats.org/officeDocument/2006/relationships/image" Target="../media/image60.wmf"/><Relationship Id="rId25" Type="http://schemas.openxmlformats.org/officeDocument/2006/relationships/image" Target="../media/image158.wmf"/><Relationship Id="rId33" Type="http://schemas.openxmlformats.org/officeDocument/2006/relationships/image" Target="../media/image154.emf"/><Relationship Id="rId38" Type="http://schemas.openxmlformats.org/officeDocument/2006/relationships/oleObject" Target="../embeddings/oleObject246.bin"/><Relationship Id="rId46" Type="http://schemas.openxmlformats.org/officeDocument/2006/relationships/oleObject" Target="../embeddings/oleObject250.bin"/><Relationship Id="rId20" Type="http://schemas.openxmlformats.org/officeDocument/2006/relationships/oleObject" Target="../embeddings/oleObject237.bin"/><Relationship Id="rId41" Type="http://schemas.openxmlformats.org/officeDocument/2006/relationships/image" Target="../media/image174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3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体 4">
            <a:extLst>
              <a:ext uri="{FF2B5EF4-FFF2-40B4-BE49-F238E27FC236}">
                <a16:creationId xmlns:a16="http://schemas.microsoft.com/office/drawing/2014/main" id="{A9FF4E1A-C790-44D0-B77E-B9E1877A5372}"/>
              </a:ext>
            </a:extLst>
          </p:cNvPr>
          <p:cNvSpPr/>
          <p:nvPr/>
        </p:nvSpPr>
        <p:spPr>
          <a:xfrm>
            <a:off x="1487402" y="713846"/>
            <a:ext cx="913205" cy="96133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48715A-E1CC-4E3C-976D-0EEA85283C37}"/>
              </a:ext>
            </a:extLst>
          </p:cNvPr>
          <p:cNvSpPr/>
          <p:nvPr/>
        </p:nvSpPr>
        <p:spPr>
          <a:xfrm>
            <a:off x="1530153" y="1385313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E274701-4E8F-4155-9A63-F33CE2BCA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034801"/>
              </p:ext>
            </p:extLst>
          </p:nvPr>
        </p:nvGraphicFramePr>
        <p:xfrm>
          <a:off x="1684338" y="1368425"/>
          <a:ext cx="493712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" name="Equation" r:id="rId4" imgW="596880" imgH="253800" progId="Equation.DSMT4">
                  <p:embed/>
                </p:oleObj>
              </mc:Choice>
              <mc:Fallback>
                <p:oleObj name="Equation" r:id="rId4" imgW="596880" imgH="2538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E274701-4E8F-4155-9A63-F33CE2BCA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4338" y="1368425"/>
                        <a:ext cx="493712" cy="209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6F1D319-B71E-4F67-8FAC-DC034153C199}"/>
              </a:ext>
            </a:extLst>
          </p:cNvPr>
          <p:cNvSpPr/>
          <p:nvPr/>
        </p:nvSpPr>
        <p:spPr>
          <a:xfrm>
            <a:off x="1530153" y="1200166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4D931CF-EA9E-4127-876F-09331B7BAA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331383"/>
              </p:ext>
            </p:extLst>
          </p:nvPr>
        </p:nvGraphicFramePr>
        <p:xfrm>
          <a:off x="1679575" y="1182688"/>
          <a:ext cx="503238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" name="Equation" r:id="rId6" imgW="609480" imgH="253800" progId="Equation.DSMT4">
                  <p:embed/>
                </p:oleObj>
              </mc:Choice>
              <mc:Fallback>
                <p:oleObj name="Equation" r:id="rId6" imgW="609480" imgH="253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4D931CF-EA9E-4127-876F-09331B7BA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79575" y="1182688"/>
                        <a:ext cx="503238" cy="21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DDF9FEC-F01A-4B4A-8E22-93E69A4F6E6D}"/>
              </a:ext>
            </a:extLst>
          </p:cNvPr>
          <p:cNvSpPr/>
          <p:nvPr/>
        </p:nvSpPr>
        <p:spPr>
          <a:xfrm>
            <a:off x="1533814" y="1025235"/>
            <a:ext cx="818789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309E5AB-B6D2-4F72-B930-84D6FF7029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690298"/>
              </p:ext>
            </p:extLst>
          </p:nvPr>
        </p:nvGraphicFramePr>
        <p:xfrm>
          <a:off x="1684338" y="1001713"/>
          <a:ext cx="492125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" name="Equation" r:id="rId8" imgW="596880" imgH="253800" progId="Equation.DSMT4">
                  <p:embed/>
                </p:oleObj>
              </mc:Choice>
              <mc:Fallback>
                <p:oleObj name="Equation" r:id="rId8" imgW="596880" imgH="253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309E5AB-B6D2-4F72-B930-84D6FF702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84338" y="1001713"/>
                        <a:ext cx="492125" cy="21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E44517F2-A791-46AA-BCCC-8C342D997FEB}"/>
              </a:ext>
            </a:extLst>
          </p:cNvPr>
          <p:cNvSpPr/>
          <p:nvPr/>
        </p:nvSpPr>
        <p:spPr>
          <a:xfrm>
            <a:off x="1567691" y="719363"/>
            <a:ext cx="747373" cy="2000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Bucket-k</a:t>
            </a:r>
            <a:endParaRPr lang="zh-CN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2608E8-6CAA-4369-93CA-A1A60FAFB1F0}"/>
              </a:ext>
            </a:extLst>
          </p:cNvPr>
          <p:cNvSpPr/>
          <p:nvPr/>
        </p:nvSpPr>
        <p:spPr>
          <a:xfrm>
            <a:off x="2640312" y="1148606"/>
            <a:ext cx="831850" cy="272585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2B650AC-45FC-4553-B09D-0DD6ECB8D205}"/>
              </a:ext>
            </a:extLst>
          </p:cNvPr>
          <p:cNvCxnSpPr>
            <a:cxnSpLocks/>
            <a:stCxn id="9" idx="3"/>
            <a:endCxn id="22" idx="1"/>
          </p:cNvCxnSpPr>
          <p:nvPr/>
        </p:nvCxnSpPr>
        <p:spPr>
          <a:xfrm flipV="1">
            <a:off x="2352604" y="1284899"/>
            <a:ext cx="287708" cy="205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8F8C13C6-1AC4-472E-9F4C-232C60C2A48D}"/>
              </a:ext>
            </a:extLst>
          </p:cNvPr>
          <p:cNvCxnSpPr>
            <a:cxnSpLocks/>
            <a:stCxn id="5" idx="3"/>
          </p:cNvCxnSpPr>
          <p:nvPr/>
        </p:nvCxnSpPr>
        <p:spPr>
          <a:xfrm rot="16200000" flipH="1">
            <a:off x="1960524" y="1658658"/>
            <a:ext cx="666132" cy="699170"/>
          </a:xfrm>
          <a:prstGeom prst="bentConnector2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B3EA0341-03AF-4F38-A564-400FD9A0BA9A}"/>
              </a:ext>
            </a:extLst>
          </p:cNvPr>
          <p:cNvSpPr/>
          <p:nvPr/>
        </p:nvSpPr>
        <p:spPr>
          <a:xfrm>
            <a:off x="2642111" y="2234102"/>
            <a:ext cx="831850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264DD3AA-EEA9-4962-BBC5-DBD0813D4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739556"/>
              </p:ext>
            </p:extLst>
          </p:nvPr>
        </p:nvGraphicFramePr>
        <p:xfrm>
          <a:off x="2803737" y="2238798"/>
          <a:ext cx="493381" cy="222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4" name="Equation" r:id="rId10" imgW="533160" imgH="241200" progId="Equation.DSMT4">
                  <p:embed/>
                </p:oleObj>
              </mc:Choice>
              <mc:Fallback>
                <p:oleObj name="Equation" r:id="rId10" imgW="533160" imgH="2412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64DD3AA-EEA9-4962-BBC5-DBD0813D45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03737" y="2238798"/>
                        <a:ext cx="493381" cy="222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椭圆 38">
            <a:extLst>
              <a:ext uri="{FF2B5EF4-FFF2-40B4-BE49-F238E27FC236}">
                <a16:creationId xmlns:a16="http://schemas.microsoft.com/office/drawing/2014/main" id="{04BFA19F-F806-4371-BD4D-0C4A102A29CD}"/>
              </a:ext>
            </a:extLst>
          </p:cNvPr>
          <p:cNvSpPr/>
          <p:nvPr/>
        </p:nvSpPr>
        <p:spPr>
          <a:xfrm>
            <a:off x="4311738" y="1232913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7537168-284E-43B5-8864-301BC2FE078C}"/>
              </a:ext>
            </a:extLst>
          </p:cNvPr>
          <p:cNvSpPr/>
          <p:nvPr/>
        </p:nvSpPr>
        <p:spPr>
          <a:xfrm>
            <a:off x="3751874" y="1181388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FA13D902-AB4C-4D1B-A18D-44D21D422770}"/>
              </a:ext>
            </a:extLst>
          </p:cNvPr>
          <p:cNvSpPr/>
          <p:nvPr/>
        </p:nvSpPr>
        <p:spPr>
          <a:xfrm>
            <a:off x="4987123" y="1231070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2B948F-0522-4842-83C5-F1EF0A87A8D6}"/>
              </a:ext>
            </a:extLst>
          </p:cNvPr>
          <p:cNvSpPr/>
          <p:nvPr/>
        </p:nvSpPr>
        <p:spPr>
          <a:xfrm>
            <a:off x="4427259" y="1179545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3FEFBE5-7B4B-4D81-95BA-E13CCA4F4A61}"/>
              </a:ext>
            </a:extLst>
          </p:cNvPr>
          <p:cNvSpPr/>
          <p:nvPr/>
        </p:nvSpPr>
        <p:spPr>
          <a:xfrm>
            <a:off x="5090344" y="1174538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900E33DB-33AF-44E1-BC5B-2F0819165209}"/>
              </a:ext>
            </a:extLst>
          </p:cNvPr>
          <p:cNvSpPr/>
          <p:nvPr/>
        </p:nvSpPr>
        <p:spPr>
          <a:xfrm>
            <a:off x="4316498" y="2288957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BC285B2-34A0-46B5-BC6D-3505EE1A4F4F}"/>
              </a:ext>
            </a:extLst>
          </p:cNvPr>
          <p:cNvSpPr/>
          <p:nvPr/>
        </p:nvSpPr>
        <p:spPr>
          <a:xfrm>
            <a:off x="3756634" y="2237432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8BF295E4-27B5-4E70-8665-2C021F410404}"/>
              </a:ext>
            </a:extLst>
          </p:cNvPr>
          <p:cNvSpPr/>
          <p:nvPr/>
        </p:nvSpPr>
        <p:spPr>
          <a:xfrm>
            <a:off x="4991883" y="2287114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CA0EBCE-BAF2-4222-BD41-6728572EA1E1}"/>
              </a:ext>
            </a:extLst>
          </p:cNvPr>
          <p:cNvSpPr/>
          <p:nvPr/>
        </p:nvSpPr>
        <p:spPr>
          <a:xfrm>
            <a:off x="4432019" y="2235589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B689C23-FCB4-462C-AE1E-3C2D84C5A844}"/>
              </a:ext>
            </a:extLst>
          </p:cNvPr>
          <p:cNvSpPr/>
          <p:nvPr/>
        </p:nvSpPr>
        <p:spPr>
          <a:xfrm>
            <a:off x="5095104" y="2230582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CA911C5-2BDD-484F-8638-54D6B55DC3A6}"/>
              </a:ext>
            </a:extLst>
          </p:cNvPr>
          <p:cNvCxnSpPr>
            <a:cxnSpLocks/>
          </p:cNvCxnSpPr>
          <p:nvPr/>
        </p:nvCxnSpPr>
        <p:spPr>
          <a:xfrm>
            <a:off x="3792677" y="1388467"/>
            <a:ext cx="4760" cy="8482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118A97E-22B8-4082-A5D8-0596622397AC}"/>
              </a:ext>
            </a:extLst>
          </p:cNvPr>
          <p:cNvCxnSpPr>
            <a:cxnSpLocks/>
          </p:cNvCxnSpPr>
          <p:nvPr/>
        </p:nvCxnSpPr>
        <p:spPr>
          <a:xfrm>
            <a:off x="4468062" y="1386624"/>
            <a:ext cx="4760" cy="8482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7C833E8A-AA95-4BDA-B991-B2678DA7C66E}"/>
              </a:ext>
            </a:extLst>
          </p:cNvPr>
          <p:cNvCxnSpPr>
            <a:cxnSpLocks/>
          </p:cNvCxnSpPr>
          <p:nvPr/>
        </p:nvCxnSpPr>
        <p:spPr>
          <a:xfrm>
            <a:off x="5131147" y="1381617"/>
            <a:ext cx="4760" cy="8482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EA2D002-CFBD-402B-AFBC-7A95111299A5}"/>
              </a:ext>
            </a:extLst>
          </p:cNvPr>
          <p:cNvCxnSpPr>
            <a:cxnSpLocks/>
            <a:stCxn id="22" idx="3"/>
            <a:endCxn id="40" idx="1"/>
          </p:cNvCxnSpPr>
          <p:nvPr/>
        </p:nvCxnSpPr>
        <p:spPr>
          <a:xfrm>
            <a:off x="3472162" y="1284899"/>
            <a:ext cx="279712" cy="36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19213C1A-1E86-4999-A963-7C963002698F}"/>
              </a:ext>
            </a:extLst>
          </p:cNvPr>
          <p:cNvCxnSpPr>
            <a:cxnSpLocks/>
          </p:cNvCxnSpPr>
          <p:nvPr/>
        </p:nvCxnSpPr>
        <p:spPr>
          <a:xfrm>
            <a:off x="3476907" y="2339798"/>
            <a:ext cx="281488" cy="362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80BCD139-667E-4678-A5B4-95F7B5EB5D2B}"/>
              </a:ext>
            </a:extLst>
          </p:cNvPr>
          <p:cNvSpPr/>
          <p:nvPr/>
        </p:nvSpPr>
        <p:spPr>
          <a:xfrm>
            <a:off x="4788497" y="3410758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BE9ECA8-58EC-41A4-9A6F-B7A209831575}"/>
              </a:ext>
            </a:extLst>
          </p:cNvPr>
          <p:cNvSpPr/>
          <p:nvPr/>
        </p:nvSpPr>
        <p:spPr>
          <a:xfrm>
            <a:off x="2462751" y="3414726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613099C1-6D84-486C-AF19-D2BDB78F4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372352"/>
              </p:ext>
            </p:extLst>
          </p:nvPr>
        </p:nvGraphicFramePr>
        <p:xfrm>
          <a:off x="2622615" y="3414726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5" name="Equation" r:id="rId12" imgW="507960" imgH="241200" progId="Equation.DSMT4">
                  <p:embed/>
                </p:oleObj>
              </mc:Choice>
              <mc:Fallback>
                <p:oleObj name="Equation" r:id="rId12" imgW="507960" imgH="2412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613099C1-6D84-486C-AF19-D2BDB78F4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22615" y="3414726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矩形 80">
            <a:extLst>
              <a:ext uri="{FF2B5EF4-FFF2-40B4-BE49-F238E27FC236}">
                <a16:creationId xmlns:a16="http://schemas.microsoft.com/office/drawing/2014/main" id="{4AA89227-3069-432B-BE1A-170C29EEE9AF}"/>
              </a:ext>
            </a:extLst>
          </p:cNvPr>
          <p:cNvSpPr/>
          <p:nvPr/>
        </p:nvSpPr>
        <p:spPr>
          <a:xfrm>
            <a:off x="1517155" y="3414726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30BEB410-B0B9-4ECC-B6E0-D8C0BE291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170679"/>
              </p:ext>
            </p:extLst>
          </p:nvPr>
        </p:nvGraphicFramePr>
        <p:xfrm>
          <a:off x="1697103" y="3414726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6" name="Equation" r:id="rId14" imgW="495000" imgH="241200" progId="Equation.DSMT4">
                  <p:embed/>
                </p:oleObj>
              </mc:Choice>
              <mc:Fallback>
                <p:oleObj name="Equation" r:id="rId14" imgW="495000" imgH="241200" progId="Equation.DSMT4">
                  <p:embed/>
                  <p:pic>
                    <p:nvPicPr>
                      <p:cNvPr id="82" name="对象 81">
                        <a:extLst>
                          <a:ext uri="{FF2B5EF4-FFF2-40B4-BE49-F238E27FC236}">
                            <a16:creationId xmlns:a16="http://schemas.microsoft.com/office/drawing/2014/main" id="{30BEB410-B0B9-4ECC-B6E0-D8C0BE291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97103" y="3414726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82">
            <a:extLst>
              <a:ext uri="{FF2B5EF4-FFF2-40B4-BE49-F238E27FC236}">
                <a16:creationId xmlns:a16="http://schemas.microsoft.com/office/drawing/2014/main" id="{C6AEBB11-D494-4038-9579-F52F880A6A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525223"/>
              </p:ext>
            </p:extLst>
          </p:nvPr>
        </p:nvGraphicFramePr>
        <p:xfrm>
          <a:off x="4426673" y="3491721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7" name="Equation" r:id="rId16" imgW="228600" imgH="101520" progId="Equation.DSMT4">
                  <p:embed/>
                </p:oleObj>
              </mc:Choice>
              <mc:Fallback>
                <p:oleObj name="Equation" r:id="rId16" imgW="228600" imgH="101520" progId="Equation.DSMT4">
                  <p:embed/>
                  <p:pic>
                    <p:nvPicPr>
                      <p:cNvPr id="83" name="对象 82">
                        <a:extLst>
                          <a:ext uri="{FF2B5EF4-FFF2-40B4-BE49-F238E27FC236}">
                            <a16:creationId xmlns:a16="http://schemas.microsoft.com/office/drawing/2014/main" id="{C6AEBB11-D494-4038-9579-F52F880A6A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26673" y="3491721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329C767E-BD92-44CE-BC51-818816105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445934"/>
              </p:ext>
            </p:extLst>
          </p:nvPr>
        </p:nvGraphicFramePr>
        <p:xfrm>
          <a:off x="4927599" y="3402026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8" name="Equation" r:id="rId18" imgW="571320" imgH="266400" progId="Equation.DSMT4">
                  <p:embed/>
                </p:oleObj>
              </mc:Choice>
              <mc:Fallback>
                <p:oleObj name="Equation" r:id="rId18" imgW="571320" imgH="2664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329C767E-BD92-44CE-BC51-818816105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927599" y="3402026"/>
                        <a:ext cx="571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126E1566-303C-4F0C-92E6-724886C095A0}"/>
              </a:ext>
            </a:extLst>
          </p:cNvPr>
          <p:cNvCxnSpPr>
            <a:cxnSpLocks/>
          </p:cNvCxnSpPr>
          <p:nvPr/>
        </p:nvCxnSpPr>
        <p:spPr>
          <a:xfrm>
            <a:off x="1942300" y="3667139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BFCF3400-6D14-4DBF-A112-3337BFCF7B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563047"/>
              </p:ext>
            </p:extLst>
          </p:nvPr>
        </p:nvGraphicFramePr>
        <p:xfrm>
          <a:off x="1938338" y="3730234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9" name="Equation" r:id="rId20" imgW="190440" imgH="228600" progId="Equation.DSMT4">
                  <p:embed/>
                </p:oleObj>
              </mc:Choice>
              <mc:Fallback>
                <p:oleObj name="Equation" r:id="rId20" imgW="190440" imgH="2286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BFCF3400-6D14-4DBF-A112-3337BFCF7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38338" y="3730234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矩形 86">
            <a:extLst>
              <a:ext uri="{FF2B5EF4-FFF2-40B4-BE49-F238E27FC236}">
                <a16:creationId xmlns:a16="http://schemas.microsoft.com/office/drawing/2014/main" id="{F2CAF3ED-2890-4F3E-A2C8-4D4DD1C1354D}"/>
              </a:ext>
            </a:extLst>
          </p:cNvPr>
          <p:cNvSpPr/>
          <p:nvPr/>
        </p:nvSpPr>
        <p:spPr>
          <a:xfrm>
            <a:off x="1517155" y="4032163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EDAEBBA3-7352-4310-8B27-1998764C248E}"/>
              </a:ext>
            </a:extLst>
          </p:cNvPr>
          <p:cNvCxnSpPr>
            <a:cxnSpLocks/>
          </p:cNvCxnSpPr>
          <p:nvPr/>
        </p:nvCxnSpPr>
        <p:spPr>
          <a:xfrm>
            <a:off x="2876908" y="3667139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1678D0B7-5EEF-47AC-A2AA-DB39DFD60143}"/>
              </a:ext>
            </a:extLst>
          </p:cNvPr>
          <p:cNvSpPr/>
          <p:nvPr/>
        </p:nvSpPr>
        <p:spPr>
          <a:xfrm>
            <a:off x="2461772" y="4032163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57AB71E7-67CC-427A-95FC-0EE52B8DDC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380115"/>
              </p:ext>
            </p:extLst>
          </p:nvPr>
        </p:nvGraphicFramePr>
        <p:xfrm>
          <a:off x="4426673" y="4109258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0" name="Equation" r:id="rId22" imgW="228600" imgH="101520" progId="Equation.DSMT4">
                  <p:embed/>
                </p:oleObj>
              </mc:Choice>
              <mc:Fallback>
                <p:oleObj name="Equation" r:id="rId22" imgW="228600" imgH="101520" progId="Equation.DSMT4">
                  <p:embed/>
                  <p:pic>
                    <p:nvPicPr>
                      <p:cNvPr id="92" name="对象 91">
                        <a:extLst>
                          <a:ext uri="{FF2B5EF4-FFF2-40B4-BE49-F238E27FC236}">
                            <a16:creationId xmlns:a16="http://schemas.microsoft.com/office/drawing/2014/main" id="{57AB71E7-67CC-427A-95FC-0EE52B8DDC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26673" y="4109258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3318EBC6-33C1-4830-A453-7F34111491CE}"/>
              </a:ext>
            </a:extLst>
          </p:cNvPr>
          <p:cNvCxnSpPr>
            <a:cxnSpLocks/>
          </p:cNvCxnSpPr>
          <p:nvPr/>
        </p:nvCxnSpPr>
        <p:spPr>
          <a:xfrm>
            <a:off x="5213642" y="3663171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773EC9BD-7780-4196-94CF-57A6A3BF8363}"/>
              </a:ext>
            </a:extLst>
          </p:cNvPr>
          <p:cNvSpPr/>
          <p:nvPr/>
        </p:nvSpPr>
        <p:spPr>
          <a:xfrm>
            <a:off x="4788497" y="402819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6" name="对象 95">
            <a:extLst>
              <a:ext uri="{FF2B5EF4-FFF2-40B4-BE49-F238E27FC236}">
                <a16:creationId xmlns:a16="http://schemas.microsoft.com/office/drawing/2014/main" id="{0CC6F83F-FDC7-480B-95E5-29B613FCDD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331016"/>
              </p:ext>
            </p:extLst>
          </p:nvPr>
        </p:nvGraphicFramePr>
        <p:xfrm>
          <a:off x="5227638" y="3730234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1" name="Equation" r:id="rId24" imgW="190440" imgH="228600" progId="Equation.DSMT4">
                  <p:embed/>
                </p:oleObj>
              </mc:Choice>
              <mc:Fallback>
                <p:oleObj name="Equation" r:id="rId24" imgW="190440" imgH="228600" progId="Equation.DSMT4">
                  <p:embed/>
                  <p:pic>
                    <p:nvPicPr>
                      <p:cNvPr id="96" name="对象 95">
                        <a:extLst>
                          <a:ext uri="{FF2B5EF4-FFF2-40B4-BE49-F238E27FC236}">
                            <a16:creationId xmlns:a16="http://schemas.microsoft.com/office/drawing/2014/main" id="{0CC6F83F-FDC7-480B-95E5-29B613FCD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227638" y="3730234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E8E0C9D0-78CE-48BF-8109-059F3C52BB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774476"/>
              </p:ext>
            </p:extLst>
          </p:nvPr>
        </p:nvGraphicFramePr>
        <p:xfrm>
          <a:off x="2889250" y="3738171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2" name="Equation" r:id="rId26" imgW="190440" imgH="228600" progId="Equation.DSMT4">
                  <p:embed/>
                </p:oleObj>
              </mc:Choice>
              <mc:Fallback>
                <p:oleObj name="Equation" r:id="rId26" imgW="190440" imgH="228600" progId="Equation.DSMT4">
                  <p:embed/>
                  <p:pic>
                    <p:nvPicPr>
                      <p:cNvPr id="97" name="对象 96">
                        <a:extLst>
                          <a:ext uri="{FF2B5EF4-FFF2-40B4-BE49-F238E27FC236}">
                            <a16:creationId xmlns:a16="http://schemas.microsoft.com/office/drawing/2014/main" id="{E8E0C9D0-78CE-48BF-8109-059F3C52BB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889250" y="3738171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椭圆 97">
            <a:extLst>
              <a:ext uri="{FF2B5EF4-FFF2-40B4-BE49-F238E27FC236}">
                <a16:creationId xmlns:a16="http://schemas.microsoft.com/office/drawing/2014/main" id="{8407DA56-1E8E-4093-8A96-2C519A1FEC9E}"/>
              </a:ext>
            </a:extLst>
          </p:cNvPr>
          <p:cNvSpPr/>
          <p:nvPr/>
        </p:nvSpPr>
        <p:spPr>
          <a:xfrm>
            <a:off x="2358160" y="3493309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C063A707-1597-425E-B5D1-B8344C670A82}"/>
              </a:ext>
            </a:extLst>
          </p:cNvPr>
          <p:cNvSpPr/>
          <p:nvPr/>
        </p:nvSpPr>
        <p:spPr>
          <a:xfrm>
            <a:off x="3316587" y="349172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C473405-6464-4B7C-AE28-8A0CF6F4C5CB}"/>
              </a:ext>
            </a:extLst>
          </p:cNvPr>
          <p:cNvSpPr/>
          <p:nvPr/>
        </p:nvSpPr>
        <p:spPr>
          <a:xfrm>
            <a:off x="4676354" y="3493308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1CD19B43-513A-45BC-B1EA-61659264A848}"/>
              </a:ext>
            </a:extLst>
          </p:cNvPr>
          <p:cNvSpPr/>
          <p:nvPr/>
        </p:nvSpPr>
        <p:spPr>
          <a:xfrm>
            <a:off x="3309402" y="4110780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CFE33878-6DA7-4BCB-B88A-B6602788DCF2}"/>
              </a:ext>
            </a:extLst>
          </p:cNvPr>
          <p:cNvSpPr/>
          <p:nvPr/>
        </p:nvSpPr>
        <p:spPr>
          <a:xfrm>
            <a:off x="4678264" y="410370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EDF85BDB-6700-460C-BA46-E776FE1536EF}"/>
              </a:ext>
            </a:extLst>
          </p:cNvPr>
          <p:cNvSpPr/>
          <p:nvPr/>
        </p:nvSpPr>
        <p:spPr>
          <a:xfrm>
            <a:off x="2356518" y="4091397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739AC6E-D247-42FD-A4D4-7D7665E3CEB3}"/>
              </a:ext>
            </a:extLst>
          </p:cNvPr>
          <p:cNvSpPr/>
          <p:nvPr/>
        </p:nvSpPr>
        <p:spPr>
          <a:xfrm>
            <a:off x="3441016" y="3417836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5" name="对象 104">
            <a:extLst>
              <a:ext uri="{FF2B5EF4-FFF2-40B4-BE49-F238E27FC236}">
                <a16:creationId xmlns:a16="http://schemas.microsoft.com/office/drawing/2014/main" id="{BE72BFFC-CC97-47F9-8353-125F42F390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461245"/>
              </p:ext>
            </p:extLst>
          </p:nvPr>
        </p:nvGraphicFramePr>
        <p:xfrm>
          <a:off x="3600880" y="3417836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3" name="Equation" r:id="rId28" imgW="507960" imgH="241200" progId="Equation.DSMT4">
                  <p:embed/>
                </p:oleObj>
              </mc:Choice>
              <mc:Fallback>
                <p:oleObj name="Equation" r:id="rId28" imgW="507960" imgH="241200" progId="Equation.DSMT4">
                  <p:embed/>
                  <p:pic>
                    <p:nvPicPr>
                      <p:cNvPr id="105" name="对象 104">
                        <a:extLst>
                          <a:ext uri="{FF2B5EF4-FFF2-40B4-BE49-F238E27FC236}">
                            <a16:creationId xmlns:a16="http://schemas.microsoft.com/office/drawing/2014/main" id="{BE72BFFC-CC97-47F9-8353-125F42F390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600880" y="3417836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65E0D264-EF9C-4A02-A545-AAD23485A23B}"/>
              </a:ext>
            </a:extLst>
          </p:cNvPr>
          <p:cNvCxnSpPr>
            <a:cxnSpLocks/>
          </p:cNvCxnSpPr>
          <p:nvPr/>
        </p:nvCxnSpPr>
        <p:spPr>
          <a:xfrm>
            <a:off x="3855173" y="3670249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>
            <a:extLst>
              <a:ext uri="{FF2B5EF4-FFF2-40B4-BE49-F238E27FC236}">
                <a16:creationId xmlns:a16="http://schemas.microsoft.com/office/drawing/2014/main" id="{3F0B9F40-BA1F-4195-A308-2CC2A687E25D}"/>
              </a:ext>
            </a:extLst>
          </p:cNvPr>
          <p:cNvSpPr/>
          <p:nvPr/>
        </p:nvSpPr>
        <p:spPr>
          <a:xfrm>
            <a:off x="3430028" y="4035273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9" name="对象 108">
            <a:extLst>
              <a:ext uri="{FF2B5EF4-FFF2-40B4-BE49-F238E27FC236}">
                <a16:creationId xmlns:a16="http://schemas.microsoft.com/office/drawing/2014/main" id="{EABFF369-1F4C-4EBA-81BD-0D9EEF7EF0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882922"/>
              </p:ext>
            </p:extLst>
          </p:nvPr>
        </p:nvGraphicFramePr>
        <p:xfrm>
          <a:off x="3851275" y="3731821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4" name="Equation" r:id="rId30" imgW="190440" imgH="228600" progId="Equation.DSMT4">
                  <p:embed/>
                </p:oleObj>
              </mc:Choice>
              <mc:Fallback>
                <p:oleObj name="Equation" r:id="rId30" imgW="190440" imgH="228600" progId="Equation.DSMT4">
                  <p:embed/>
                  <p:pic>
                    <p:nvPicPr>
                      <p:cNvPr id="109" name="对象 108">
                        <a:extLst>
                          <a:ext uri="{FF2B5EF4-FFF2-40B4-BE49-F238E27FC236}">
                            <a16:creationId xmlns:a16="http://schemas.microsoft.com/office/drawing/2014/main" id="{EABFF369-1F4C-4EBA-81BD-0D9EEF7E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851275" y="3731821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椭圆 109">
            <a:extLst>
              <a:ext uri="{FF2B5EF4-FFF2-40B4-BE49-F238E27FC236}">
                <a16:creationId xmlns:a16="http://schemas.microsoft.com/office/drawing/2014/main" id="{DEEACD92-623D-49E7-A49E-849BC5E2B534}"/>
              </a:ext>
            </a:extLst>
          </p:cNvPr>
          <p:cNvSpPr/>
          <p:nvPr/>
        </p:nvSpPr>
        <p:spPr>
          <a:xfrm>
            <a:off x="4301774" y="3500387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806AA0AB-09B9-486C-B89A-F637F3EFDFC1}"/>
              </a:ext>
            </a:extLst>
          </p:cNvPr>
          <p:cNvSpPr/>
          <p:nvPr/>
        </p:nvSpPr>
        <p:spPr>
          <a:xfrm>
            <a:off x="4303684" y="4110780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6FD03BC0-2996-4317-A659-CB3FD59A7D7B}"/>
              </a:ext>
            </a:extLst>
          </p:cNvPr>
          <p:cNvSpPr/>
          <p:nvPr/>
        </p:nvSpPr>
        <p:spPr>
          <a:xfrm>
            <a:off x="1424094" y="649394"/>
            <a:ext cx="4287520" cy="18659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05D10C9F-5B80-49AE-B113-0BB2B866D8D4}"/>
              </a:ext>
            </a:extLst>
          </p:cNvPr>
          <p:cNvCxnSpPr>
            <a:cxnSpLocks/>
          </p:cNvCxnSpPr>
          <p:nvPr/>
        </p:nvCxnSpPr>
        <p:spPr>
          <a:xfrm>
            <a:off x="2745757" y="2924394"/>
            <a:ext cx="1" cy="3650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F5EE9000-AAF4-4ED7-8638-E95EE1F8F8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633727"/>
              </p:ext>
            </p:extLst>
          </p:nvPr>
        </p:nvGraphicFramePr>
        <p:xfrm>
          <a:off x="2804157" y="3021305"/>
          <a:ext cx="812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5" name="Equation" r:id="rId32" imgW="812520" imgH="203040" progId="Equation.DSMT4">
                  <p:embed/>
                </p:oleObj>
              </mc:Choice>
              <mc:Fallback>
                <p:oleObj name="Equation" r:id="rId32" imgW="812520" imgH="20304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F5EE9000-AAF4-4ED7-8638-E95EE1F8F8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804157" y="3021305"/>
                        <a:ext cx="812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矩形 114">
            <a:extLst>
              <a:ext uri="{FF2B5EF4-FFF2-40B4-BE49-F238E27FC236}">
                <a16:creationId xmlns:a16="http://schemas.microsoft.com/office/drawing/2014/main" id="{AD16ADB7-8FDB-4832-BF12-62055B545848}"/>
              </a:ext>
            </a:extLst>
          </p:cNvPr>
          <p:cNvSpPr/>
          <p:nvPr/>
        </p:nvSpPr>
        <p:spPr>
          <a:xfrm>
            <a:off x="1424094" y="3278701"/>
            <a:ext cx="4287520" cy="10997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D0FC73BC-4C5F-42C8-B597-7FB338062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700758"/>
              </p:ext>
            </p:extLst>
          </p:nvPr>
        </p:nvGraphicFramePr>
        <p:xfrm>
          <a:off x="4464760" y="1176981"/>
          <a:ext cx="492279" cy="205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6" name="Equation" r:id="rId34" imgW="609480" imgH="253800" progId="Equation.DSMT4">
                  <p:embed/>
                </p:oleObj>
              </mc:Choice>
              <mc:Fallback>
                <p:oleObj name="Equation" r:id="rId34" imgW="609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464760" y="1176981"/>
                        <a:ext cx="492279" cy="2052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92D29A3D-20A7-4BF5-9940-7DBBF0C97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925347"/>
              </p:ext>
            </p:extLst>
          </p:nvPr>
        </p:nvGraphicFramePr>
        <p:xfrm>
          <a:off x="3806615" y="2231601"/>
          <a:ext cx="492014" cy="222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7" name="Equation" r:id="rId36" imgW="533160" imgH="241200" progId="Equation.DSMT4">
                  <p:embed/>
                </p:oleObj>
              </mc:Choice>
              <mc:Fallback>
                <p:oleObj name="Equation" r:id="rId36" imgW="533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806615" y="2231601"/>
                        <a:ext cx="492014" cy="222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9048A813-98AD-4E83-ADA3-DD37F2B904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834851"/>
              </p:ext>
            </p:extLst>
          </p:nvPr>
        </p:nvGraphicFramePr>
        <p:xfrm>
          <a:off x="5120156" y="1169467"/>
          <a:ext cx="502564" cy="213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8" name="Equation" r:id="rId38" imgW="596880" imgH="253800" progId="Equation.DSMT4">
                  <p:embed/>
                </p:oleObj>
              </mc:Choice>
              <mc:Fallback>
                <p:oleObj name="Equation" r:id="rId38" imgW="596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5120156" y="1169467"/>
                        <a:ext cx="502564" cy="213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A83D8573-FDE2-4707-BC11-526806377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118021"/>
              </p:ext>
            </p:extLst>
          </p:nvPr>
        </p:nvGraphicFramePr>
        <p:xfrm>
          <a:off x="4476975" y="2221638"/>
          <a:ext cx="488037" cy="220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9" name="Equation" r:id="rId40" imgW="533160" imgH="241200" progId="Equation.DSMT4">
                  <p:embed/>
                </p:oleObj>
              </mc:Choice>
              <mc:Fallback>
                <p:oleObj name="Equation" r:id="rId40" imgW="533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476975" y="2221638"/>
                        <a:ext cx="488037" cy="220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131CF530-AB63-4376-BCDF-69A35652E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264614"/>
              </p:ext>
            </p:extLst>
          </p:nvPr>
        </p:nvGraphicFramePr>
        <p:xfrm>
          <a:off x="3790946" y="1171242"/>
          <a:ext cx="488036" cy="207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0" name="Equation" r:id="rId42" imgW="596880" imgH="253800" progId="Equation.DSMT4">
                  <p:embed/>
                </p:oleObj>
              </mc:Choice>
              <mc:Fallback>
                <p:oleObj name="Equation" r:id="rId42" imgW="596880" imgH="2538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31CF530-AB63-4376-BCDF-69A35652E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3790946" y="1171242"/>
                        <a:ext cx="488036" cy="207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DCE914AD-9A9F-4DBF-87DA-559F6B8908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137755"/>
              </p:ext>
            </p:extLst>
          </p:nvPr>
        </p:nvGraphicFramePr>
        <p:xfrm>
          <a:off x="5120850" y="2225361"/>
          <a:ext cx="48895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1" name="Equation" r:id="rId44" imgW="488957" imgH="216054" progId="Equation.DSMT4">
                  <p:embed/>
                </p:oleObj>
              </mc:Choice>
              <mc:Fallback>
                <p:oleObj name="Equation" r:id="rId44" imgW="488957" imgH="21605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5120850" y="2225361"/>
                        <a:ext cx="48895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0CFE7DC2-E58C-4398-B497-83F276287F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299982"/>
              </p:ext>
            </p:extLst>
          </p:nvPr>
        </p:nvGraphicFramePr>
        <p:xfrm>
          <a:off x="1731963" y="3018999"/>
          <a:ext cx="977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2" name="Equation" r:id="rId46" imgW="977760" imgH="203040" progId="Equation.DSMT4">
                  <p:embed/>
                </p:oleObj>
              </mc:Choice>
              <mc:Fallback>
                <p:oleObj name="Equation" r:id="rId46" imgW="9777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731963" y="3018999"/>
                        <a:ext cx="977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05E02655-CAE6-448C-A94F-9B543BA17B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72827"/>
              </p:ext>
            </p:extLst>
          </p:nvPr>
        </p:nvGraphicFramePr>
        <p:xfrm>
          <a:off x="3620459" y="135055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3" name="Equation" r:id="rId48" imgW="190440" imgH="228600" progId="Equation.DSMT4">
                  <p:embed/>
                </p:oleObj>
              </mc:Choice>
              <mc:Fallback>
                <p:oleObj name="Equation" r:id="rId48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3620459" y="1350550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CB870A0-6922-4CC5-8AE6-24EF540571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280254"/>
              </p:ext>
            </p:extLst>
          </p:nvPr>
        </p:nvGraphicFramePr>
        <p:xfrm>
          <a:off x="4289973" y="1337671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4" name="Equation" r:id="rId50" imgW="190440" imgH="228600" progId="Equation.DSMT4">
                  <p:embed/>
                </p:oleObj>
              </mc:Choice>
              <mc:Fallback>
                <p:oleObj name="Equation" r:id="rId50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4289973" y="1337671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7E027C4-54D8-4511-80F0-FAD3BDA8FD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531786"/>
              </p:ext>
            </p:extLst>
          </p:nvPr>
        </p:nvGraphicFramePr>
        <p:xfrm>
          <a:off x="4960598" y="1337671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5" name="Equation" r:id="rId52" imgW="190440" imgH="228600" progId="Equation.DSMT4">
                  <p:embed/>
                </p:oleObj>
              </mc:Choice>
              <mc:Fallback>
                <p:oleObj name="Equation" r:id="rId52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4960598" y="1337671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83756D7-75E4-496A-BE09-671F34F9BE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549584"/>
              </p:ext>
            </p:extLst>
          </p:nvPr>
        </p:nvGraphicFramePr>
        <p:xfrm>
          <a:off x="1595438" y="4014396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6" name="Equation" r:id="rId54" imgW="698400" imgH="241200" progId="Equation.DSMT4">
                  <p:embed/>
                </p:oleObj>
              </mc:Choice>
              <mc:Fallback>
                <p:oleObj name="Equation" r:id="rId54" imgW="698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1595438" y="4014396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464CB9B-A786-4694-809A-5C1F2D2A6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206335"/>
              </p:ext>
            </p:extLst>
          </p:nvPr>
        </p:nvGraphicFramePr>
        <p:xfrm>
          <a:off x="2527300" y="4008046"/>
          <a:ext cx="711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7" name="Equation" r:id="rId56" imgW="711000" imgH="241200" progId="Equation.DSMT4">
                  <p:embed/>
                </p:oleObj>
              </mc:Choice>
              <mc:Fallback>
                <p:oleObj name="Equation" r:id="rId56" imgW="711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2527300" y="4008046"/>
                        <a:ext cx="711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3C184F2-ED7C-44C3-BD54-2291485D8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870145"/>
              </p:ext>
            </p:extLst>
          </p:nvPr>
        </p:nvGraphicFramePr>
        <p:xfrm>
          <a:off x="3509963" y="4014396"/>
          <a:ext cx="711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8" name="Equation" r:id="rId58" imgW="711000" imgH="241200" progId="Equation.DSMT4">
                  <p:embed/>
                </p:oleObj>
              </mc:Choice>
              <mc:Fallback>
                <p:oleObj name="Equation" r:id="rId58" imgW="711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3509963" y="4014396"/>
                        <a:ext cx="711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2D014A0-5F09-4728-9E2C-93B8233A47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170073"/>
              </p:ext>
            </p:extLst>
          </p:nvPr>
        </p:nvGraphicFramePr>
        <p:xfrm>
          <a:off x="4837836" y="4001696"/>
          <a:ext cx="774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" name="Equation" r:id="rId60" imgW="774360" imgH="266400" progId="Equation.DSMT4">
                  <p:embed/>
                </p:oleObj>
              </mc:Choice>
              <mc:Fallback>
                <p:oleObj name="Equation" r:id="rId60" imgW="7743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4837836" y="4001696"/>
                        <a:ext cx="774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矩形 115">
            <a:extLst>
              <a:ext uri="{FF2B5EF4-FFF2-40B4-BE49-F238E27FC236}">
                <a16:creationId xmlns:a16="http://schemas.microsoft.com/office/drawing/2014/main" id="{04001408-C4B5-49B0-A9F3-02865D4AE4C6}"/>
              </a:ext>
            </a:extLst>
          </p:cNvPr>
          <p:cNvSpPr/>
          <p:nvPr/>
        </p:nvSpPr>
        <p:spPr>
          <a:xfrm>
            <a:off x="9155852" y="5883619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C2A510C-43E6-45E9-816B-46B7F40FE493}"/>
              </a:ext>
            </a:extLst>
          </p:cNvPr>
          <p:cNvSpPr/>
          <p:nvPr/>
        </p:nvSpPr>
        <p:spPr>
          <a:xfrm>
            <a:off x="6830106" y="5887587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8" name="对象 117">
            <a:extLst>
              <a:ext uri="{FF2B5EF4-FFF2-40B4-BE49-F238E27FC236}">
                <a16:creationId xmlns:a16="http://schemas.microsoft.com/office/drawing/2014/main" id="{CA670A06-A6F8-4A89-9000-E604BE5B67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357191"/>
              </p:ext>
            </p:extLst>
          </p:nvPr>
        </p:nvGraphicFramePr>
        <p:xfrm>
          <a:off x="6989970" y="5887587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0" name="Equation" r:id="rId12" imgW="507960" imgH="241200" progId="Equation.DSMT4">
                  <p:embed/>
                </p:oleObj>
              </mc:Choice>
              <mc:Fallback>
                <p:oleObj name="Equation" r:id="rId12" imgW="507960" imgH="24120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2DCB6074-F357-4329-8183-F492035748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89970" y="5887587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矩形 118">
            <a:extLst>
              <a:ext uri="{FF2B5EF4-FFF2-40B4-BE49-F238E27FC236}">
                <a16:creationId xmlns:a16="http://schemas.microsoft.com/office/drawing/2014/main" id="{6909EE49-F677-4F71-B5D8-59CE642628A7}"/>
              </a:ext>
            </a:extLst>
          </p:cNvPr>
          <p:cNvSpPr/>
          <p:nvPr/>
        </p:nvSpPr>
        <p:spPr>
          <a:xfrm>
            <a:off x="5884510" y="5887587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0" name="对象 119">
            <a:extLst>
              <a:ext uri="{FF2B5EF4-FFF2-40B4-BE49-F238E27FC236}">
                <a16:creationId xmlns:a16="http://schemas.microsoft.com/office/drawing/2014/main" id="{6A347B03-491D-42D2-AE71-6919D5640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868400"/>
              </p:ext>
            </p:extLst>
          </p:nvPr>
        </p:nvGraphicFramePr>
        <p:xfrm>
          <a:off x="6064458" y="5887587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1" name="Equation" r:id="rId62" imgW="495000" imgH="241200" progId="Equation.DSMT4">
                  <p:embed/>
                </p:oleObj>
              </mc:Choice>
              <mc:Fallback>
                <p:oleObj name="Equation" r:id="rId62" imgW="495000" imgH="24120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D16226FD-F8AB-41BD-9E1C-40C90E3F5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064458" y="5887587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对象 120">
            <a:extLst>
              <a:ext uri="{FF2B5EF4-FFF2-40B4-BE49-F238E27FC236}">
                <a16:creationId xmlns:a16="http://schemas.microsoft.com/office/drawing/2014/main" id="{00FB7368-EA65-48A0-AE88-1EF0C23E3B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75176"/>
              </p:ext>
            </p:extLst>
          </p:nvPr>
        </p:nvGraphicFramePr>
        <p:xfrm>
          <a:off x="8794028" y="5964582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" name="Equation" r:id="rId16" imgW="228600" imgH="101520" progId="Equation.DSMT4">
                  <p:embed/>
                </p:oleObj>
              </mc:Choice>
              <mc:Fallback>
                <p:oleObj name="Equation" r:id="rId16" imgW="228600" imgH="101520" progId="Equation.DSMT4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0D3E9398-095B-4D71-920C-FF30393A52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794028" y="5964582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对象 121">
            <a:extLst>
              <a:ext uri="{FF2B5EF4-FFF2-40B4-BE49-F238E27FC236}">
                <a16:creationId xmlns:a16="http://schemas.microsoft.com/office/drawing/2014/main" id="{E8735446-342B-4057-B2A9-3D8452D81E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975524"/>
              </p:ext>
            </p:extLst>
          </p:nvPr>
        </p:nvGraphicFramePr>
        <p:xfrm>
          <a:off x="9310748" y="5871373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3" name="Equation" r:id="rId63" imgW="571320" imgH="266400" progId="Equation.DSMT4">
                  <p:embed/>
                </p:oleObj>
              </mc:Choice>
              <mc:Fallback>
                <p:oleObj name="Equation" r:id="rId63" imgW="571320" imgH="266400" progId="Equation.DSMT4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FF8EA109-DD43-4561-B302-30B79349CF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9310748" y="5871373"/>
                        <a:ext cx="571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493CA7C3-77FE-40CF-95BC-1C8E13331500}"/>
              </a:ext>
            </a:extLst>
          </p:cNvPr>
          <p:cNvCxnSpPr>
            <a:cxnSpLocks/>
          </p:cNvCxnSpPr>
          <p:nvPr/>
        </p:nvCxnSpPr>
        <p:spPr>
          <a:xfrm>
            <a:off x="6282345" y="6143110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CC14B96F-325D-448F-9A86-FF55DA620DD6}"/>
              </a:ext>
            </a:extLst>
          </p:cNvPr>
          <p:cNvCxnSpPr>
            <a:cxnSpLocks/>
          </p:cNvCxnSpPr>
          <p:nvPr/>
        </p:nvCxnSpPr>
        <p:spPr>
          <a:xfrm>
            <a:off x="7264860" y="6136032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E6ADC530-10B3-4A00-9747-C1607933DCB8}"/>
              </a:ext>
            </a:extLst>
          </p:cNvPr>
          <p:cNvCxnSpPr>
            <a:cxnSpLocks/>
          </p:cNvCxnSpPr>
          <p:nvPr/>
        </p:nvCxnSpPr>
        <p:spPr>
          <a:xfrm>
            <a:off x="9578367" y="6143110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椭圆 125">
            <a:extLst>
              <a:ext uri="{FF2B5EF4-FFF2-40B4-BE49-F238E27FC236}">
                <a16:creationId xmlns:a16="http://schemas.microsoft.com/office/drawing/2014/main" id="{3AD99D43-B18F-4653-AFA3-384F1FD7BC81}"/>
              </a:ext>
            </a:extLst>
          </p:cNvPr>
          <p:cNvSpPr/>
          <p:nvPr/>
        </p:nvSpPr>
        <p:spPr>
          <a:xfrm>
            <a:off x="6725515" y="5966170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534BD237-08FC-4B98-9E24-3FF8596662D6}"/>
              </a:ext>
            </a:extLst>
          </p:cNvPr>
          <p:cNvSpPr/>
          <p:nvPr/>
        </p:nvSpPr>
        <p:spPr>
          <a:xfrm>
            <a:off x="7683942" y="5964582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304EE024-1E32-4883-BF46-269D10803F3E}"/>
              </a:ext>
            </a:extLst>
          </p:cNvPr>
          <p:cNvSpPr/>
          <p:nvPr/>
        </p:nvSpPr>
        <p:spPr>
          <a:xfrm>
            <a:off x="9043709" y="5966169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5162D911-0009-4DC9-AC0F-33705C6D4480}"/>
              </a:ext>
            </a:extLst>
          </p:cNvPr>
          <p:cNvSpPr/>
          <p:nvPr/>
        </p:nvSpPr>
        <p:spPr>
          <a:xfrm>
            <a:off x="7808371" y="5890697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0" name="对象 129">
            <a:extLst>
              <a:ext uri="{FF2B5EF4-FFF2-40B4-BE49-F238E27FC236}">
                <a16:creationId xmlns:a16="http://schemas.microsoft.com/office/drawing/2014/main" id="{171DE7DE-D144-4497-96AE-EE79B264C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014438"/>
              </p:ext>
            </p:extLst>
          </p:nvPr>
        </p:nvGraphicFramePr>
        <p:xfrm>
          <a:off x="7968235" y="5890697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4" name="Equation" r:id="rId65" imgW="507960" imgH="241200" progId="Equation.DSMT4">
                  <p:embed/>
                </p:oleObj>
              </mc:Choice>
              <mc:Fallback>
                <p:oleObj name="Equation" r:id="rId65" imgW="507960" imgH="241200" progId="Equation.DSMT4">
                  <p:embed/>
                  <p:pic>
                    <p:nvPicPr>
                      <p:cNvPr id="112" name="对象 111">
                        <a:extLst>
                          <a:ext uri="{FF2B5EF4-FFF2-40B4-BE49-F238E27FC236}">
                            <a16:creationId xmlns:a16="http://schemas.microsoft.com/office/drawing/2014/main" id="{6E7448A3-1C94-4877-8A55-E3C373C756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968235" y="5890697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50945E1A-4F51-4737-83C7-D1BB2E9EBE6C}"/>
              </a:ext>
            </a:extLst>
          </p:cNvPr>
          <p:cNvCxnSpPr>
            <a:cxnSpLocks/>
          </p:cNvCxnSpPr>
          <p:nvPr/>
        </p:nvCxnSpPr>
        <p:spPr>
          <a:xfrm>
            <a:off x="8207934" y="6140000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椭圆 131">
            <a:extLst>
              <a:ext uri="{FF2B5EF4-FFF2-40B4-BE49-F238E27FC236}">
                <a16:creationId xmlns:a16="http://schemas.microsoft.com/office/drawing/2014/main" id="{7D2E13EF-EF51-4941-A5ED-842092599FB7}"/>
              </a:ext>
            </a:extLst>
          </p:cNvPr>
          <p:cNvSpPr/>
          <p:nvPr/>
        </p:nvSpPr>
        <p:spPr>
          <a:xfrm>
            <a:off x="8669129" y="5973248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graphicFrame>
        <p:nvGraphicFramePr>
          <p:cNvPr id="133" name="对象 132">
            <a:extLst>
              <a:ext uri="{FF2B5EF4-FFF2-40B4-BE49-F238E27FC236}">
                <a16:creationId xmlns:a16="http://schemas.microsoft.com/office/drawing/2014/main" id="{F652864B-F0B2-433F-BF22-B344E914D7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151485"/>
              </p:ext>
            </p:extLst>
          </p:nvPr>
        </p:nvGraphicFramePr>
        <p:xfrm>
          <a:off x="6115659" y="6227086"/>
          <a:ext cx="162742" cy="218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5" name="Equation" r:id="rId66" imgW="152280" imgH="203040" progId="Equation.DSMT4">
                  <p:embed/>
                </p:oleObj>
              </mc:Choice>
              <mc:Fallback>
                <p:oleObj name="Equation" r:id="rId66" imgW="152280" imgH="203040" progId="Equation.DSMT4">
                  <p:embed/>
                  <p:pic>
                    <p:nvPicPr>
                      <p:cNvPr id="115" name="对象 114">
                        <a:extLst>
                          <a:ext uri="{FF2B5EF4-FFF2-40B4-BE49-F238E27FC236}">
                            <a16:creationId xmlns:a16="http://schemas.microsoft.com/office/drawing/2014/main" id="{4B68A3C1-85DE-4115-8D5C-B9B3D67344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6115659" y="6227086"/>
                        <a:ext cx="162742" cy="218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" name="矩形 133">
            <a:extLst>
              <a:ext uri="{FF2B5EF4-FFF2-40B4-BE49-F238E27FC236}">
                <a16:creationId xmlns:a16="http://schemas.microsoft.com/office/drawing/2014/main" id="{1E75B5FC-3F85-4CB7-B3A7-AA857BC9786D}"/>
              </a:ext>
            </a:extLst>
          </p:cNvPr>
          <p:cNvSpPr/>
          <p:nvPr/>
        </p:nvSpPr>
        <p:spPr>
          <a:xfrm>
            <a:off x="5884510" y="6505024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5" name="对象 134">
            <a:extLst>
              <a:ext uri="{FF2B5EF4-FFF2-40B4-BE49-F238E27FC236}">
                <a16:creationId xmlns:a16="http://schemas.microsoft.com/office/drawing/2014/main" id="{0943C7C3-3471-49DF-B124-2716914160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097696"/>
              </p:ext>
            </p:extLst>
          </p:nvPr>
        </p:nvGraphicFramePr>
        <p:xfrm>
          <a:off x="5946835" y="6492086"/>
          <a:ext cx="723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6" name="Equation" r:id="rId68" imgW="723600" imgH="241200" progId="Equation.DSMT4">
                  <p:embed/>
                </p:oleObj>
              </mc:Choice>
              <mc:Fallback>
                <p:oleObj name="Equation" r:id="rId68" imgW="72360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91F8650F-71DE-4362-BECD-7F2117FCB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5946835" y="6492086"/>
                        <a:ext cx="723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矩形 135">
            <a:extLst>
              <a:ext uri="{FF2B5EF4-FFF2-40B4-BE49-F238E27FC236}">
                <a16:creationId xmlns:a16="http://schemas.microsoft.com/office/drawing/2014/main" id="{E63E2917-CD0D-48E8-B738-0439FFEDE720}"/>
              </a:ext>
            </a:extLst>
          </p:cNvPr>
          <p:cNvSpPr/>
          <p:nvPr/>
        </p:nvSpPr>
        <p:spPr>
          <a:xfrm>
            <a:off x="6829127" y="6505024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7" name="对象 136">
            <a:extLst>
              <a:ext uri="{FF2B5EF4-FFF2-40B4-BE49-F238E27FC236}">
                <a16:creationId xmlns:a16="http://schemas.microsoft.com/office/drawing/2014/main" id="{CB9E8365-B82B-40B2-97CD-ADC99C89F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50391"/>
              </p:ext>
            </p:extLst>
          </p:nvPr>
        </p:nvGraphicFramePr>
        <p:xfrm>
          <a:off x="6885048" y="6490498"/>
          <a:ext cx="736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7" name="Equation" r:id="rId70" imgW="736560" imgH="241200" progId="Equation.DSMT4">
                  <p:embed/>
                </p:oleObj>
              </mc:Choice>
              <mc:Fallback>
                <p:oleObj name="Equation" r:id="rId70" imgW="736560" imgH="241200" progId="Equation.DSMT4">
                  <p:embed/>
                  <p:pic>
                    <p:nvPicPr>
                      <p:cNvPr id="137" name="对象 136">
                        <a:extLst>
                          <a:ext uri="{FF2B5EF4-FFF2-40B4-BE49-F238E27FC236}">
                            <a16:creationId xmlns:a16="http://schemas.microsoft.com/office/drawing/2014/main" id="{4DB5D535-8837-4BE7-97E4-8AD5EB4166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6885048" y="6490498"/>
                        <a:ext cx="736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对象 137">
            <a:extLst>
              <a:ext uri="{FF2B5EF4-FFF2-40B4-BE49-F238E27FC236}">
                <a16:creationId xmlns:a16="http://schemas.microsoft.com/office/drawing/2014/main" id="{D4B96790-268B-4622-8BEF-46A9213F5E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930545"/>
              </p:ext>
            </p:extLst>
          </p:nvPr>
        </p:nvGraphicFramePr>
        <p:xfrm>
          <a:off x="8794028" y="6582119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8" name="Equation" r:id="rId22" imgW="228600" imgH="101520" progId="Equation.DSMT4">
                  <p:embed/>
                </p:oleObj>
              </mc:Choice>
              <mc:Fallback>
                <p:oleObj name="Equation" r:id="rId22" imgW="228600" imgH="101520" progId="Equation.DSMT4">
                  <p:embed/>
                  <p:pic>
                    <p:nvPicPr>
                      <p:cNvPr id="138" name="对象 137">
                        <a:extLst>
                          <a:ext uri="{FF2B5EF4-FFF2-40B4-BE49-F238E27FC236}">
                            <a16:creationId xmlns:a16="http://schemas.microsoft.com/office/drawing/2014/main" id="{1C09F98D-D705-45EA-80DF-1998B2D1ED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794028" y="6582119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矩形 138">
            <a:extLst>
              <a:ext uri="{FF2B5EF4-FFF2-40B4-BE49-F238E27FC236}">
                <a16:creationId xmlns:a16="http://schemas.microsoft.com/office/drawing/2014/main" id="{1F446F7B-042D-418A-9176-FCCE714B869D}"/>
              </a:ext>
            </a:extLst>
          </p:cNvPr>
          <p:cNvSpPr/>
          <p:nvPr/>
        </p:nvSpPr>
        <p:spPr>
          <a:xfrm>
            <a:off x="9155852" y="6501056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0" name="对象 139">
            <a:extLst>
              <a:ext uri="{FF2B5EF4-FFF2-40B4-BE49-F238E27FC236}">
                <a16:creationId xmlns:a16="http://schemas.microsoft.com/office/drawing/2014/main" id="{EDDBA853-7EC1-45F7-9C27-CDF8373DC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360080"/>
              </p:ext>
            </p:extLst>
          </p:nvPr>
        </p:nvGraphicFramePr>
        <p:xfrm>
          <a:off x="9180573" y="6474623"/>
          <a:ext cx="800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9" name="Equation" r:id="rId72" imgW="799920" imgH="266400" progId="Equation.DSMT4">
                  <p:embed/>
                </p:oleObj>
              </mc:Choice>
              <mc:Fallback>
                <p:oleObj name="Equation" r:id="rId72" imgW="799920" imgH="266400" progId="Equation.DSMT4">
                  <p:embed/>
                  <p:pic>
                    <p:nvPicPr>
                      <p:cNvPr id="140" name="对象 139">
                        <a:extLst>
                          <a:ext uri="{FF2B5EF4-FFF2-40B4-BE49-F238E27FC236}">
                            <a16:creationId xmlns:a16="http://schemas.microsoft.com/office/drawing/2014/main" id="{0C28D164-9717-42E0-B47C-E4DB1C04C6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9180573" y="6474623"/>
                        <a:ext cx="800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椭圆 140">
            <a:extLst>
              <a:ext uri="{FF2B5EF4-FFF2-40B4-BE49-F238E27FC236}">
                <a16:creationId xmlns:a16="http://schemas.microsoft.com/office/drawing/2014/main" id="{037AA2BD-5DE4-4BF9-9B5A-0684B12F3DEA}"/>
              </a:ext>
            </a:extLst>
          </p:cNvPr>
          <p:cNvSpPr/>
          <p:nvPr/>
        </p:nvSpPr>
        <p:spPr>
          <a:xfrm>
            <a:off x="7676757" y="658364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47FCCF4B-210A-490C-9376-0F97F3C8F2DA}"/>
              </a:ext>
            </a:extLst>
          </p:cNvPr>
          <p:cNvSpPr/>
          <p:nvPr/>
        </p:nvSpPr>
        <p:spPr>
          <a:xfrm>
            <a:off x="9045619" y="6576562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83285620-C820-4FF7-9568-34D606EACD21}"/>
              </a:ext>
            </a:extLst>
          </p:cNvPr>
          <p:cNvSpPr/>
          <p:nvPr/>
        </p:nvSpPr>
        <p:spPr>
          <a:xfrm>
            <a:off x="6723873" y="6564258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89B60264-5B6E-4A1A-B8F4-BE283A5BC9D2}"/>
              </a:ext>
            </a:extLst>
          </p:cNvPr>
          <p:cNvSpPr/>
          <p:nvPr/>
        </p:nvSpPr>
        <p:spPr>
          <a:xfrm>
            <a:off x="7797383" y="6508134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0E902F36-276F-4B7B-9619-1CA48AD235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807592"/>
              </p:ext>
            </p:extLst>
          </p:nvPr>
        </p:nvGraphicFramePr>
        <p:xfrm>
          <a:off x="7853423" y="6493673"/>
          <a:ext cx="736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0" name="Equation" r:id="rId74" imgW="736560" imgH="241200" progId="Equation.DSMT4">
                  <p:embed/>
                </p:oleObj>
              </mc:Choice>
              <mc:Fallback>
                <p:oleObj name="Equation" r:id="rId74" imgW="736560" imgH="241200" progId="Equation.DSMT4">
                  <p:embed/>
                  <p:pic>
                    <p:nvPicPr>
                      <p:cNvPr id="157" name="对象 156">
                        <a:extLst>
                          <a:ext uri="{FF2B5EF4-FFF2-40B4-BE49-F238E27FC236}">
                            <a16:creationId xmlns:a16="http://schemas.microsoft.com/office/drawing/2014/main" id="{D44A8C0B-5B3A-4D50-80BA-C9EE2EDC34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7853423" y="6493673"/>
                        <a:ext cx="736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椭圆 145">
            <a:extLst>
              <a:ext uri="{FF2B5EF4-FFF2-40B4-BE49-F238E27FC236}">
                <a16:creationId xmlns:a16="http://schemas.microsoft.com/office/drawing/2014/main" id="{9747B03C-7A1A-4241-8E13-AE4AC09320EB}"/>
              </a:ext>
            </a:extLst>
          </p:cNvPr>
          <p:cNvSpPr/>
          <p:nvPr/>
        </p:nvSpPr>
        <p:spPr>
          <a:xfrm>
            <a:off x="8671039" y="658364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FAC6EDCA-3233-4FBC-82CF-4615286FC959}"/>
              </a:ext>
            </a:extLst>
          </p:cNvPr>
          <p:cNvCxnSpPr>
            <a:cxnSpLocks/>
            <a:stCxn id="116" idx="3"/>
            <a:endCxn id="148" idx="1"/>
          </p:cNvCxnSpPr>
          <p:nvPr/>
        </p:nvCxnSpPr>
        <p:spPr>
          <a:xfrm flipV="1">
            <a:off x="9978303" y="6007719"/>
            <a:ext cx="300449" cy="2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D4C2DBD7-086A-4E92-A979-266BE949E9AE}"/>
              </a:ext>
            </a:extLst>
          </p:cNvPr>
          <p:cNvSpPr/>
          <p:nvPr/>
        </p:nvSpPr>
        <p:spPr>
          <a:xfrm>
            <a:off x="10278752" y="5881512"/>
            <a:ext cx="1848753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9" name="对象 148">
            <a:extLst>
              <a:ext uri="{FF2B5EF4-FFF2-40B4-BE49-F238E27FC236}">
                <a16:creationId xmlns:a16="http://schemas.microsoft.com/office/drawing/2014/main" id="{C1301520-D8BE-42C2-B673-85AE41A851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3894043"/>
              </p:ext>
            </p:extLst>
          </p:nvPr>
        </p:nvGraphicFramePr>
        <p:xfrm>
          <a:off x="10590273" y="5876136"/>
          <a:ext cx="1284287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1" name="Equation" r:id="rId76" imgW="1358640" imgH="279360" progId="Equation.DSMT4">
                  <p:embed/>
                </p:oleObj>
              </mc:Choice>
              <mc:Fallback>
                <p:oleObj name="Equation" r:id="rId76" imgW="1358640" imgH="279360" progId="Equation.DSMT4">
                  <p:embed/>
                  <p:pic>
                    <p:nvPicPr>
                      <p:cNvPr id="170" name="对象 169">
                        <a:extLst>
                          <a:ext uri="{FF2B5EF4-FFF2-40B4-BE49-F238E27FC236}">
                            <a16:creationId xmlns:a16="http://schemas.microsoft.com/office/drawing/2014/main" id="{B57BED96-227C-47A2-9C53-F41ABBAB14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10590273" y="5876136"/>
                        <a:ext cx="1284287" cy="265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193FF760-3F8C-47FE-A3EC-36F27EC0CA14}"/>
              </a:ext>
            </a:extLst>
          </p:cNvPr>
          <p:cNvCxnSpPr>
            <a:cxnSpLocks/>
            <a:stCxn id="139" idx="3"/>
            <a:endCxn id="151" idx="1"/>
          </p:cNvCxnSpPr>
          <p:nvPr/>
        </p:nvCxnSpPr>
        <p:spPr>
          <a:xfrm>
            <a:off x="9978303" y="6608263"/>
            <a:ext cx="30044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>
            <a:extLst>
              <a:ext uri="{FF2B5EF4-FFF2-40B4-BE49-F238E27FC236}">
                <a16:creationId xmlns:a16="http://schemas.microsoft.com/office/drawing/2014/main" id="{188CB5DC-74C7-4FA4-B755-C000E5F770F2}"/>
              </a:ext>
            </a:extLst>
          </p:cNvPr>
          <p:cNvSpPr/>
          <p:nvPr/>
        </p:nvSpPr>
        <p:spPr>
          <a:xfrm>
            <a:off x="10278752" y="6501056"/>
            <a:ext cx="1848755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2" name="对象 151">
            <a:extLst>
              <a:ext uri="{FF2B5EF4-FFF2-40B4-BE49-F238E27FC236}">
                <a16:creationId xmlns:a16="http://schemas.microsoft.com/office/drawing/2014/main" id="{313E5C23-BD7A-47DC-9B0C-696B144FED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125480"/>
              </p:ext>
            </p:extLst>
          </p:nvPr>
        </p:nvGraphicFramePr>
        <p:xfrm>
          <a:off x="10387073" y="6503198"/>
          <a:ext cx="1643062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" name="Equation" r:id="rId78" imgW="2044440" imgH="279360" progId="Equation.DSMT4">
                  <p:embed/>
                </p:oleObj>
              </mc:Choice>
              <mc:Fallback>
                <p:oleObj name="Equation" r:id="rId78" imgW="2044440" imgH="279360" progId="Equation.DSMT4">
                  <p:embed/>
                  <p:pic>
                    <p:nvPicPr>
                      <p:cNvPr id="173" name="对象 172">
                        <a:extLst>
                          <a:ext uri="{FF2B5EF4-FFF2-40B4-BE49-F238E27FC236}">
                            <a16:creationId xmlns:a16="http://schemas.microsoft.com/office/drawing/2014/main" id="{EFE662B2-7D6B-475C-936E-7561FC7D89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10387073" y="6503198"/>
                        <a:ext cx="1643062" cy="22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" name="对象 152">
            <a:extLst>
              <a:ext uri="{FF2B5EF4-FFF2-40B4-BE49-F238E27FC236}">
                <a16:creationId xmlns:a16="http://schemas.microsoft.com/office/drawing/2014/main" id="{D1CF984F-BE6D-4C96-B3F8-A2F133EA32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622295"/>
              </p:ext>
            </p:extLst>
          </p:nvPr>
        </p:nvGraphicFramePr>
        <p:xfrm>
          <a:off x="7095229" y="6229871"/>
          <a:ext cx="15875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3" name="Equation" r:id="rId80" imgW="158730" imgH="216054" progId="Equation.DSMT4">
                  <p:embed/>
                </p:oleObj>
              </mc:Choice>
              <mc:Fallback>
                <p:oleObj name="Equation" r:id="rId80" imgW="158730" imgH="216054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324A386-9E80-4E7A-9692-CFBB14D26C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7095229" y="6229871"/>
                        <a:ext cx="15875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对象 153">
            <a:extLst>
              <a:ext uri="{FF2B5EF4-FFF2-40B4-BE49-F238E27FC236}">
                <a16:creationId xmlns:a16="http://schemas.microsoft.com/office/drawing/2014/main" id="{A1C7ADBC-870D-49BD-A396-5D55639C1B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752464"/>
              </p:ext>
            </p:extLst>
          </p:nvPr>
        </p:nvGraphicFramePr>
        <p:xfrm>
          <a:off x="8040339" y="6227086"/>
          <a:ext cx="162742" cy="218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4" name="Equation" r:id="rId82" imgW="152280" imgH="203040" progId="Equation.DSMT4">
                  <p:embed/>
                </p:oleObj>
              </mc:Choice>
              <mc:Fallback>
                <p:oleObj name="Equation" r:id="rId82" imgW="152280" imgH="203040" progId="Equation.DSMT4">
                  <p:embed/>
                  <p:pic>
                    <p:nvPicPr>
                      <p:cNvPr id="174" name="对象 173">
                        <a:extLst>
                          <a:ext uri="{FF2B5EF4-FFF2-40B4-BE49-F238E27FC236}">
                            <a16:creationId xmlns:a16="http://schemas.microsoft.com/office/drawing/2014/main" id="{5BE48ABB-8F6C-4310-8392-E833BEEBB0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8040339" y="6227086"/>
                        <a:ext cx="162742" cy="218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" name="对象 154">
            <a:extLst>
              <a:ext uri="{FF2B5EF4-FFF2-40B4-BE49-F238E27FC236}">
                <a16:creationId xmlns:a16="http://schemas.microsoft.com/office/drawing/2014/main" id="{F6FB6FB6-C61F-4BA4-B648-3F30B854A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229586"/>
              </p:ext>
            </p:extLst>
          </p:nvPr>
        </p:nvGraphicFramePr>
        <p:xfrm>
          <a:off x="9406114" y="6227086"/>
          <a:ext cx="15875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5" name="Equation" r:id="rId84" imgW="158730" imgH="216054" progId="Equation.DSMT4">
                  <p:embed/>
                </p:oleObj>
              </mc:Choice>
              <mc:Fallback>
                <p:oleObj name="Equation" r:id="rId84" imgW="158730" imgH="216054" progId="Equation.DSMT4">
                  <p:embed/>
                  <p:pic>
                    <p:nvPicPr>
                      <p:cNvPr id="175" name="对象 174">
                        <a:extLst>
                          <a:ext uri="{FF2B5EF4-FFF2-40B4-BE49-F238E27FC236}">
                            <a16:creationId xmlns:a16="http://schemas.microsoft.com/office/drawing/2014/main" id="{4B8E1603-217F-4DF6-9700-01F0194536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9406114" y="6227086"/>
                        <a:ext cx="15875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" name="矩形 155">
            <a:extLst>
              <a:ext uri="{FF2B5EF4-FFF2-40B4-BE49-F238E27FC236}">
                <a16:creationId xmlns:a16="http://schemas.microsoft.com/office/drawing/2014/main" id="{747EC4A4-A73A-4D1F-A5A5-F8839AB2D9F7}"/>
              </a:ext>
            </a:extLst>
          </p:cNvPr>
          <p:cNvSpPr/>
          <p:nvPr/>
        </p:nvSpPr>
        <p:spPr>
          <a:xfrm>
            <a:off x="2732267" y="1596625"/>
            <a:ext cx="651535" cy="185738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7" name="对象 156">
            <a:extLst>
              <a:ext uri="{FF2B5EF4-FFF2-40B4-BE49-F238E27FC236}">
                <a16:creationId xmlns:a16="http://schemas.microsoft.com/office/drawing/2014/main" id="{26A3AEFE-A80E-4FE0-9FFB-B91564939D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466703"/>
              </p:ext>
            </p:extLst>
          </p:nvPr>
        </p:nvGraphicFramePr>
        <p:xfrm>
          <a:off x="2766691" y="1596454"/>
          <a:ext cx="622300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6" name="Equation" r:id="rId85" imgW="850680" imgH="253800" progId="Equation.DSMT4">
                  <p:embed/>
                </p:oleObj>
              </mc:Choice>
              <mc:Fallback>
                <p:oleObj name="Equation" r:id="rId85" imgW="850680" imgH="2538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F426A919-4CB4-4CCB-BFA1-7FAAC58DC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6"/>
                      <a:stretch>
                        <a:fillRect/>
                      </a:stretch>
                    </p:blipFill>
                    <p:spPr>
                      <a:xfrm>
                        <a:off x="2766691" y="1596454"/>
                        <a:ext cx="622300" cy="185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" name="矩形 157">
            <a:extLst>
              <a:ext uri="{FF2B5EF4-FFF2-40B4-BE49-F238E27FC236}">
                <a16:creationId xmlns:a16="http://schemas.microsoft.com/office/drawing/2014/main" id="{BA8BCFE2-492C-4D11-A1ED-25EAA7C76F19}"/>
              </a:ext>
            </a:extLst>
          </p:cNvPr>
          <p:cNvSpPr/>
          <p:nvPr/>
        </p:nvSpPr>
        <p:spPr>
          <a:xfrm>
            <a:off x="2732267" y="1879399"/>
            <a:ext cx="651535" cy="185738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9" name="对象 158">
            <a:extLst>
              <a:ext uri="{FF2B5EF4-FFF2-40B4-BE49-F238E27FC236}">
                <a16:creationId xmlns:a16="http://schemas.microsoft.com/office/drawing/2014/main" id="{9EA91680-14E9-4F26-9169-B8EF2277C5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622109"/>
              </p:ext>
            </p:extLst>
          </p:nvPr>
        </p:nvGraphicFramePr>
        <p:xfrm>
          <a:off x="2746560" y="1879400"/>
          <a:ext cx="622300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7" name="Equation" r:id="rId87" imgW="850680" imgH="253800" progId="Equation.DSMT4">
                  <p:embed/>
                </p:oleObj>
              </mc:Choice>
              <mc:Fallback>
                <p:oleObj name="Equation" r:id="rId87" imgW="850680" imgH="253800" progId="Equation.DSMT4">
                  <p:embed/>
                  <p:pic>
                    <p:nvPicPr>
                      <p:cNvPr id="157" name="对象 156">
                        <a:extLst>
                          <a:ext uri="{FF2B5EF4-FFF2-40B4-BE49-F238E27FC236}">
                            <a16:creationId xmlns:a16="http://schemas.microsoft.com/office/drawing/2014/main" id="{26A3AEFE-A80E-4FE0-9FFB-B91564939D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2746560" y="1879400"/>
                        <a:ext cx="622300" cy="185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3656AFF9-AEDB-4797-B5ED-8991F9964641}"/>
              </a:ext>
            </a:extLst>
          </p:cNvPr>
          <p:cNvCxnSpPr>
            <a:cxnSpLocks/>
            <a:stCxn id="22" idx="2"/>
            <a:endCxn id="156" idx="0"/>
          </p:cNvCxnSpPr>
          <p:nvPr/>
        </p:nvCxnSpPr>
        <p:spPr>
          <a:xfrm>
            <a:off x="3056237" y="1421191"/>
            <a:ext cx="1798" cy="1754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8CB3C7CB-7378-46C6-9239-4A880E169C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343258"/>
              </p:ext>
            </p:extLst>
          </p:nvPr>
        </p:nvGraphicFramePr>
        <p:xfrm>
          <a:off x="2682989" y="1182241"/>
          <a:ext cx="7874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8" name="Equation" r:id="rId89" imgW="787267" imgH="247526" progId="Equation.DSMT4">
                  <p:embed/>
                </p:oleObj>
              </mc:Choice>
              <mc:Fallback>
                <p:oleObj name="Equation" r:id="rId89" imgW="787267" imgH="24752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0"/>
                      <a:stretch>
                        <a:fillRect/>
                      </a:stretch>
                    </p:blipFill>
                    <p:spPr>
                      <a:xfrm>
                        <a:off x="2682989" y="1182241"/>
                        <a:ext cx="787400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185A0564-DBD7-4E66-8782-188BD32C0003}"/>
              </a:ext>
            </a:extLst>
          </p:cNvPr>
          <p:cNvCxnSpPr>
            <a:cxnSpLocks/>
            <a:stCxn id="26" idx="0"/>
            <a:endCxn id="158" idx="2"/>
          </p:cNvCxnSpPr>
          <p:nvPr/>
        </p:nvCxnSpPr>
        <p:spPr>
          <a:xfrm flipH="1" flipV="1">
            <a:off x="3058035" y="2065137"/>
            <a:ext cx="1" cy="1689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29B7573B-2B2C-49A4-808F-EB1750FE8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111871"/>
              </p:ext>
            </p:extLst>
          </p:nvPr>
        </p:nvGraphicFramePr>
        <p:xfrm>
          <a:off x="3090002" y="1440426"/>
          <a:ext cx="220328" cy="153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9" name="Equation" r:id="rId91" imgW="291960" imgH="203040" progId="Equation.DSMT4">
                  <p:embed/>
                </p:oleObj>
              </mc:Choice>
              <mc:Fallback>
                <p:oleObj name="Equation" r:id="rId91" imgW="291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2"/>
                      <a:stretch>
                        <a:fillRect/>
                      </a:stretch>
                    </p:blipFill>
                    <p:spPr>
                      <a:xfrm>
                        <a:off x="3090002" y="1440426"/>
                        <a:ext cx="220328" cy="153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C8FC8C11-EC90-47DE-AAA7-12998CED4C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960859"/>
              </p:ext>
            </p:extLst>
          </p:nvPr>
        </p:nvGraphicFramePr>
        <p:xfrm>
          <a:off x="3093665" y="2087657"/>
          <a:ext cx="2159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0" name="Equation" r:id="rId93" imgW="215754" imgH="152258" progId="Equation.DSMT4">
                  <p:embed/>
                </p:oleObj>
              </mc:Choice>
              <mc:Fallback>
                <p:oleObj name="Equation" r:id="rId93" imgW="215754" imgH="1522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4"/>
                      <a:stretch>
                        <a:fillRect/>
                      </a:stretch>
                    </p:blipFill>
                    <p:spPr>
                      <a:xfrm>
                        <a:off x="3093665" y="2087657"/>
                        <a:ext cx="2159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矩形 161">
            <a:extLst>
              <a:ext uri="{FF2B5EF4-FFF2-40B4-BE49-F238E27FC236}">
                <a16:creationId xmlns:a16="http://schemas.microsoft.com/office/drawing/2014/main" id="{66BC74C8-F22F-4548-87A8-A91B5ED3922E}"/>
              </a:ext>
            </a:extLst>
          </p:cNvPr>
          <p:cNvSpPr/>
          <p:nvPr/>
        </p:nvSpPr>
        <p:spPr>
          <a:xfrm>
            <a:off x="3821824" y="1633124"/>
            <a:ext cx="455506" cy="126189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3" name="对象 162">
            <a:extLst>
              <a:ext uri="{FF2B5EF4-FFF2-40B4-BE49-F238E27FC236}">
                <a16:creationId xmlns:a16="http://schemas.microsoft.com/office/drawing/2014/main" id="{F9C6F09F-2263-47C4-AB1D-9431B2E2CF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09820"/>
              </p:ext>
            </p:extLst>
          </p:nvPr>
        </p:nvGraphicFramePr>
        <p:xfrm>
          <a:off x="3815708" y="1633125"/>
          <a:ext cx="471486" cy="13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1" name="Equation" r:id="rId95" imgW="901440" imgH="253800" progId="Equation.DSMT4">
                  <p:embed/>
                </p:oleObj>
              </mc:Choice>
              <mc:Fallback>
                <p:oleObj name="Equation" r:id="rId95" imgW="901440" imgH="253800" progId="Equation.DSMT4">
                  <p:embed/>
                  <p:pic>
                    <p:nvPicPr>
                      <p:cNvPr id="157" name="对象 156">
                        <a:extLst>
                          <a:ext uri="{FF2B5EF4-FFF2-40B4-BE49-F238E27FC236}">
                            <a16:creationId xmlns:a16="http://schemas.microsoft.com/office/drawing/2014/main" id="{26A3AEFE-A80E-4FE0-9FFB-B91564939D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3815708" y="1633125"/>
                        <a:ext cx="471486" cy="13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7E01726D-AD5C-4BFC-BD93-0261EDC9E4D6}"/>
              </a:ext>
            </a:extLst>
          </p:cNvPr>
          <p:cNvCxnSpPr>
            <a:cxnSpLocks/>
          </p:cNvCxnSpPr>
          <p:nvPr/>
        </p:nvCxnSpPr>
        <p:spPr>
          <a:xfrm>
            <a:off x="4051150" y="1386323"/>
            <a:ext cx="1885" cy="21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8" name="对象 167">
            <a:extLst>
              <a:ext uri="{FF2B5EF4-FFF2-40B4-BE49-F238E27FC236}">
                <a16:creationId xmlns:a16="http://schemas.microsoft.com/office/drawing/2014/main" id="{02315DA2-C962-47E8-AF6F-72C934B90F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110518"/>
              </p:ext>
            </p:extLst>
          </p:nvPr>
        </p:nvGraphicFramePr>
        <p:xfrm>
          <a:off x="4052092" y="1428159"/>
          <a:ext cx="177853" cy="123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2" name="Equation" r:id="rId97" imgW="291960" imgH="203040" progId="Equation.DSMT4">
                  <p:embed/>
                </p:oleObj>
              </mc:Choice>
              <mc:Fallback>
                <p:oleObj name="Equation" r:id="rId97" imgW="291960" imgH="20304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29B7573B-2B2C-49A4-808F-EB1750FE88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8"/>
                      <a:stretch>
                        <a:fillRect/>
                      </a:stretch>
                    </p:blipFill>
                    <p:spPr>
                      <a:xfrm>
                        <a:off x="4052092" y="1428159"/>
                        <a:ext cx="177853" cy="123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" name="矩形 169">
            <a:extLst>
              <a:ext uri="{FF2B5EF4-FFF2-40B4-BE49-F238E27FC236}">
                <a16:creationId xmlns:a16="http://schemas.microsoft.com/office/drawing/2014/main" id="{2C22C349-4496-4019-B0D8-98F3C38DE810}"/>
              </a:ext>
            </a:extLst>
          </p:cNvPr>
          <p:cNvSpPr/>
          <p:nvPr/>
        </p:nvSpPr>
        <p:spPr>
          <a:xfrm>
            <a:off x="3821045" y="1891838"/>
            <a:ext cx="455506" cy="126189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71" name="对象 170">
            <a:extLst>
              <a:ext uri="{FF2B5EF4-FFF2-40B4-BE49-F238E27FC236}">
                <a16:creationId xmlns:a16="http://schemas.microsoft.com/office/drawing/2014/main" id="{B3941576-9723-4A80-B477-EA86E23FC1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790190"/>
              </p:ext>
            </p:extLst>
          </p:nvPr>
        </p:nvGraphicFramePr>
        <p:xfrm>
          <a:off x="3827463" y="1892300"/>
          <a:ext cx="444500" cy="13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3" name="Equation" r:id="rId99" imgW="850680" imgH="253800" progId="Equation.DSMT4">
                  <p:embed/>
                </p:oleObj>
              </mc:Choice>
              <mc:Fallback>
                <p:oleObj name="Equation" r:id="rId99" imgW="850680" imgH="253800" progId="Equation.DSMT4">
                  <p:embed/>
                  <p:pic>
                    <p:nvPicPr>
                      <p:cNvPr id="163" name="对象 162">
                        <a:extLst>
                          <a:ext uri="{FF2B5EF4-FFF2-40B4-BE49-F238E27FC236}">
                            <a16:creationId xmlns:a16="http://schemas.microsoft.com/office/drawing/2014/main" id="{F9C6F09F-2263-47C4-AB1D-9431B2E2CF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0"/>
                      <a:stretch>
                        <a:fillRect/>
                      </a:stretch>
                    </p:blipFill>
                    <p:spPr>
                      <a:xfrm>
                        <a:off x="3827463" y="1892300"/>
                        <a:ext cx="444500" cy="13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75A4CAB6-99AB-401D-8997-0B79746F2A36}"/>
              </a:ext>
            </a:extLst>
          </p:cNvPr>
          <p:cNvCxnSpPr>
            <a:cxnSpLocks/>
            <a:stCxn id="34" idx="0"/>
            <a:endCxn id="171" idx="2"/>
          </p:cNvCxnSpPr>
          <p:nvPr/>
        </p:nvCxnSpPr>
        <p:spPr>
          <a:xfrm flipH="1" flipV="1">
            <a:off x="4050672" y="2024764"/>
            <a:ext cx="1950" cy="2068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3" name="对象 172">
            <a:extLst>
              <a:ext uri="{FF2B5EF4-FFF2-40B4-BE49-F238E27FC236}">
                <a16:creationId xmlns:a16="http://schemas.microsoft.com/office/drawing/2014/main" id="{6D031330-1C57-46B1-81C8-7D6A684944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890439"/>
              </p:ext>
            </p:extLst>
          </p:nvPr>
        </p:nvGraphicFramePr>
        <p:xfrm>
          <a:off x="4069451" y="2078739"/>
          <a:ext cx="177853" cy="123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4" name="Equation" r:id="rId101" imgW="291960" imgH="203040" progId="Equation.DSMT4">
                  <p:embed/>
                </p:oleObj>
              </mc:Choice>
              <mc:Fallback>
                <p:oleObj name="Equation" r:id="rId101" imgW="291960" imgH="203040" progId="Equation.DSMT4">
                  <p:embed/>
                  <p:pic>
                    <p:nvPicPr>
                      <p:cNvPr id="168" name="对象 167">
                        <a:extLst>
                          <a:ext uri="{FF2B5EF4-FFF2-40B4-BE49-F238E27FC236}">
                            <a16:creationId xmlns:a16="http://schemas.microsoft.com/office/drawing/2014/main" id="{02315DA2-C962-47E8-AF6F-72C934B90F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8"/>
                      <a:stretch>
                        <a:fillRect/>
                      </a:stretch>
                    </p:blipFill>
                    <p:spPr>
                      <a:xfrm>
                        <a:off x="4069451" y="2078739"/>
                        <a:ext cx="177853" cy="123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888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7"/>
    </mc:Choice>
    <mc:Fallback xmlns="">
      <p:transition spd="slow" advTm="150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>
            <a:extLst>
              <a:ext uri="{FF2B5EF4-FFF2-40B4-BE49-F238E27FC236}">
                <a16:creationId xmlns:a16="http://schemas.microsoft.com/office/drawing/2014/main" id="{80BCD139-667E-4678-A5B4-95F7B5EB5D2B}"/>
              </a:ext>
            </a:extLst>
          </p:cNvPr>
          <p:cNvSpPr/>
          <p:nvPr/>
        </p:nvSpPr>
        <p:spPr>
          <a:xfrm>
            <a:off x="5121872" y="640962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BE9ECA8-58EC-41A4-9A6F-B7A209831575}"/>
              </a:ext>
            </a:extLst>
          </p:cNvPr>
          <p:cNvSpPr/>
          <p:nvPr/>
        </p:nvSpPr>
        <p:spPr>
          <a:xfrm>
            <a:off x="2796126" y="64493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613099C1-6D84-486C-AF19-D2BDB78F4A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5990" y="64493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4" name="Equation" r:id="rId4" imgW="507960" imgH="241200" progId="Equation.DSMT4">
                  <p:embed/>
                </p:oleObj>
              </mc:Choice>
              <mc:Fallback>
                <p:oleObj name="Equation" r:id="rId4" imgW="507960" imgH="2412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613099C1-6D84-486C-AF19-D2BDB78F4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55990" y="64493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矩形 80">
            <a:extLst>
              <a:ext uri="{FF2B5EF4-FFF2-40B4-BE49-F238E27FC236}">
                <a16:creationId xmlns:a16="http://schemas.microsoft.com/office/drawing/2014/main" id="{4AA89227-3069-432B-BE1A-170C29EEE9AF}"/>
              </a:ext>
            </a:extLst>
          </p:cNvPr>
          <p:cNvSpPr/>
          <p:nvPr/>
        </p:nvSpPr>
        <p:spPr>
          <a:xfrm>
            <a:off x="1850530" y="64493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30BEB410-B0B9-4ECC-B6E0-D8C0BE291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0478" y="644930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5" name="Equation" r:id="rId6" imgW="495000" imgH="241200" progId="Equation.DSMT4">
                  <p:embed/>
                </p:oleObj>
              </mc:Choice>
              <mc:Fallback>
                <p:oleObj name="Equation" r:id="rId6" imgW="495000" imgH="241200" progId="Equation.DSMT4">
                  <p:embed/>
                  <p:pic>
                    <p:nvPicPr>
                      <p:cNvPr id="82" name="对象 81">
                        <a:extLst>
                          <a:ext uri="{FF2B5EF4-FFF2-40B4-BE49-F238E27FC236}">
                            <a16:creationId xmlns:a16="http://schemas.microsoft.com/office/drawing/2014/main" id="{30BEB410-B0B9-4ECC-B6E0-D8C0BE291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30478" y="644930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82">
            <a:extLst>
              <a:ext uri="{FF2B5EF4-FFF2-40B4-BE49-F238E27FC236}">
                <a16:creationId xmlns:a16="http://schemas.microsoft.com/office/drawing/2014/main" id="{C6AEBB11-D494-4038-9579-F52F880A6A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0048" y="721925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6" name="Equation" r:id="rId8" imgW="228600" imgH="101520" progId="Equation.DSMT4">
                  <p:embed/>
                </p:oleObj>
              </mc:Choice>
              <mc:Fallback>
                <p:oleObj name="Equation" r:id="rId8" imgW="228600" imgH="101520" progId="Equation.DSMT4">
                  <p:embed/>
                  <p:pic>
                    <p:nvPicPr>
                      <p:cNvPr id="83" name="对象 82">
                        <a:extLst>
                          <a:ext uri="{FF2B5EF4-FFF2-40B4-BE49-F238E27FC236}">
                            <a16:creationId xmlns:a16="http://schemas.microsoft.com/office/drawing/2014/main" id="{C6AEBB11-D494-4038-9579-F52F880A6A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60048" y="721925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329C767E-BD92-44CE-BC51-818816105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736630"/>
              </p:ext>
            </p:extLst>
          </p:nvPr>
        </p:nvGraphicFramePr>
        <p:xfrm>
          <a:off x="5276850" y="628650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7" name="Equation" r:id="rId10" imgW="571320" imgH="266400" progId="Equation.DSMT4">
                  <p:embed/>
                </p:oleObj>
              </mc:Choice>
              <mc:Fallback>
                <p:oleObj name="Equation" r:id="rId10" imgW="571320" imgH="2664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329C767E-BD92-44CE-BC51-818816105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76850" y="628650"/>
                        <a:ext cx="571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126E1566-303C-4F0C-92E6-724886C095A0}"/>
              </a:ext>
            </a:extLst>
          </p:cNvPr>
          <p:cNvCxnSpPr>
            <a:cxnSpLocks/>
          </p:cNvCxnSpPr>
          <p:nvPr/>
        </p:nvCxnSpPr>
        <p:spPr>
          <a:xfrm>
            <a:off x="2524256" y="893375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EDAEBBA3-7352-4310-8B27-1998764C248E}"/>
              </a:ext>
            </a:extLst>
          </p:cNvPr>
          <p:cNvCxnSpPr>
            <a:cxnSpLocks/>
          </p:cNvCxnSpPr>
          <p:nvPr/>
        </p:nvCxnSpPr>
        <p:spPr>
          <a:xfrm>
            <a:off x="3458864" y="893375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3318EBC6-33C1-4830-A453-7F34111491CE}"/>
              </a:ext>
            </a:extLst>
          </p:cNvPr>
          <p:cNvCxnSpPr>
            <a:cxnSpLocks/>
          </p:cNvCxnSpPr>
          <p:nvPr/>
        </p:nvCxnSpPr>
        <p:spPr>
          <a:xfrm>
            <a:off x="5795598" y="889407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椭圆 97">
            <a:extLst>
              <a:ext uri="{FF2B5EF4-FFF2-40B4-BE49-F238E27FC236}">
                <a16:creationId xmlns:a16="http://schemas.microsoft.com/office/drawing/2014/main" id="{8407DA56-1E8E-4093-8A96-2C519A1FEC9E}"/>
              </a:ext>
            </a:extLst>
          </p:cNvPr>
          <p:cNvSpPr/>
          <p:nvPr/>
        </p:nvSpPr>
        <p:spPr>
          <a:xfrm>
            <a:off x="2691535" y="72351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C063A707-1597-425E-B5D1-B8344C670A82}"/>
              </a:ext>
            </a:extLst>
          </p:cNvPr>
          <p:cNvSpPr/>
          <p:nvPr/>
        </p:nvSpPr>
        <p:spPr>
          <a:xfrm>
            <a:off x="3649962" y="72192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C473405-6464-4B7C-AE28-8A0CF6F4C5CB}"/>
              </a:ext>
            </a:extLst>
          </p:cNvPr>
          <p:cNvSpPr/>
          <p:nvPr/>
        </p:nvSpPr>
        <p:spPr>
          <a:xfrm>
            <a:off x="5009729" y="723512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739AC6E-D247-42FD-A4D4-7D7665E3CEB3}"/>
              </a:ext>
            </a:extLst>
          </p:cNvPr>
          <p:cNvSpPr/>
          <p:nvPr/>
        </p:nvSpPr>
        <p:spPr>
          <a:xfrm>
            <a:off x="3774391" y="64804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5" name="对象 104">
            <a:extLst>
              <a:ext uri="{FF2B5EF4-FFF2-40B4-BE49-F238E27FC236}">
                <a16:creationId xmlns:a16="http://schemas.microsoft.com/office/drawing/2014/main" id="{BE72BFFC-CC97-47F9-8353-125F42F39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4255" y="64804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8" name="Equation" r:id="rId12" imgW="507960" imgH="241200" progId="Equation.DSMT4">
                  <p:embed/>
                </p:oleObj>
              </mc:Choice>
              <mc:Fallback>
                <p:oleObj name="Equation" r:id="rId12" imgW="507960" imgH="241200" progId="Equation.DSMT4">
                  <p:embed/>
                  <p:pic>
                    <p:nvPicPr>
                      <p:cNvPr id="105" name="对象 104">
                        <a:extLst>
                          <a:ext uri="{FF2B5EF4-FFF2-40B4-BE49-F238E27FC236}">
                            <a16:creationId xmlns:a16="http://schemas.microsoft.com/office/drawing/2014/main" id="{BE72BFFC-CC97-47F9-8353-125F42F390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34255" y="64804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65E0D264-EF9C-4A02-A545-AAD23485A23B}"/>
              </a:ext>
            </a:extLst>
          </p:cNvPr>
          <p:cNvCxnSpPr>
            <a:cxnSpLocks/>
          </p:cNvCxnSpPr>
          <p:nvPr/>
        </p:nvCxnSpPr>
        <p:spPr>
          <a:xfrm>
            <a:off x="4437129" y="896485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椭圆 109">
            <a:extLst>
              <a:ext uri="{FF2B5EF4-FFF2-40B4-BE49-F238E27FC236}">
                <a16:creationId xmlns:a16="http://schemas.microsoft.com/office/drawing/2014/main" id="{DEEACD92-623D-49E7-A49E-849BC5E2B534}"/>
              </a:ext>
            </a:extLst>
          </p:cNvPr>
          <p:cNvSpPr/>
          <p:nvPr/>
        </p:nvSpPr>
        <p:spPr>
          <a:xfrm>
            <a:off x="4635149" y="73059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1B8AFF06-BB40-464E-991C-634D72272F99}"/>
              </a:ext>
            </a:extLst>
          </p:cNvPr>
          <p:cNvCxnSpPr>
            <a:cxnSpLocks/>
          </p:cNvCxnSpPr>
          <p:nvPr/>
        </p:nvCxnSpPr>
        <p:spPr>
          <a:xfrm flipH="1">
            <a:off x="1962274" y="902229"/>
            <a:ext cx="6315" cy="7631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6734AC47-ECC3-4FCA-8B0E-376B969B626B}"/>
              </a:ext>
            </a:extLst>
          </p:cNvPr>
          <p:cNvCxnSpPr>
            <a:cxnSpLocks/>
          </p:cNvCxnSpPr>
          <p:nvPr/>
        </p:nvCxnSpPr>
        <p:spPr>
          <a:xfrm>
            <a:off x="2903197" y="902229"/>
            <a:ext cx="2457" cy="7631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33401865-A028-484F-9052-A70769AC5C61}"/>
              </a:ext>
            </a:extLst>
          </p:cNvPr>
          <p:cNvCxnSpPr>
            <a:cxnSpLocks/>
          </p:cNvCxnSpPr>
          <p:nvPr/>
        </p:nvCxnSpPr>
        <p:spPr>
          <a:xfrm>
            <a:off x="3860772" y="898885"/>
            <a:ext cx="90" cy="7698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792E14F4-87B1-4848-BFB7-2E1ED2820BF3}"/>
              </a:ext>
            </a:extLst>
          </p:cNvPr>
          <p:cNvCxnSpPr>
            <a:cxnSpLocks/>
          </p:cNvCxnSpPr>
          <p:nvPr/>
        </p:nvCxnSpPr>
        <p:spPr>
          <a:xfrm>
            <a:off x="5203783" y="895541"/>
            <a:ext cx="0" cy="7698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F08B52BA-F665-4C26-96EC-D7452398BE93}"/>
              </a:ext>
            </a:extLst>
          </p:cNvPr>
          <p:cNvCxnSpPr>
            <a:cxnSpLocks/>
            <a:stCxn id="78" idx="3"/>
            <a:endCxn id="150" idx="1"/>
          </p:cNvCxnSpPr>
          <p:nvPr/>
        </p:nvCxnSpPr>
        <p:spPr>
          <a:xfrm flipV="1">
            <a:off x="5944323" y="765062"/>
            <a:ext cx="300449" cy="2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>
            <a:extLst>
              <a:ext uri="{FF2B5EF4-FFF2-40B4-BE49-F238E27FC236}">
                <a16:creationId xmlns:a16="http://schemas.microsoft.com/office/drawing/2014/main" id="{F3B66ED7-6014-4201-9A95-8673E84FD62D}"/>
              </a:ext>
            </a:extLst>
          </p:cNvPr>
          <p:cNvSpPr/>
          <p:nvPr/>
        </p:nvSpPr>
        <p:spPr>
          <a:xfrm>
            <a:off x="6244772" y="638855"/>
            <a:ext cx="1848753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04B4BDE-55F9-4E17-BB39-C313A6578C4B}"/>
              </a:ext>
            </a:extLst>
          </p:cNvPr>
          <p:cNvSpPr/>
          <p:nvPr/>
        </p:nvSpPr>
        <p:spPr>
          <a:xfrm>
            <a:off x="1855358" y="1662034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91F8650F-71DE-4362-BECD-7F2117FCB5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481739"/>
              </p:ext>
            </p:extLst>
          </p:nvPr>
        </p:nvGraphicFramePr>
        <p:xfrm>
          <a:off x="1917683" y="1649096"/>
          <a:ext cx="723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9" name="Equation" r:id="rId14" imgW="723600" imgH="241200" progId="Equation.DSMT4">
                  <p:embed/>
                </p:oleObj>
              </mc:Choice>
              <mc:Fallback>
                <p:oleObj name="Equation" r:id="rId14" imgW="723600" imgH="24120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0ECF72E3-95C2-48C3-9075-ABA6BBB7D0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17683" y="1649096"/>
                        <a:ext cx="723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矩形 131">
            <a:extLst>
              <a:ext uri="{FF2B5EF4-FFF2-40B4-BE49-F238E27FC236}">
                <a16:creationId xmlns:a16="http://schemas.microsoft.com/office/drawing/2014/main" id="{7287A3FB-9C0A-4C15-809B-3396A19FDAAE}"/>
              </a:ext>
            </a:extLst>
          </p:cNvPr>
          <p:cNvSpPr/>
          <p:nvPr/>
        </p:nvSpPr>
        <p:spPr>
          <a:xfrm>
            <a:off x="2799975" y="1662034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7" name="对象 136">
            <a:extLst>
              <a:ext uri="{FF2B5EF4-FFF2-40B4-BE49-F238E27FC236}">
                <a16:creationId xmlns:a16="http://schemas.microsoft.com/office/drawing/2014/main" id="{4DB5D535-8837-4BE7-97E4-8AD5EB416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247536"/>
              </p:ext>
            </p:extLst>
          </p:nvPr>
        </p:nvGraphicFramePr>
        <p:xfrm>
          <a:off x="2855896" y="1647508"/>
          <a:ext cx="736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0" name="Equation" r:id="rId16" imgW="736560" imgH="241200" progId="Equation.DSMT4">
                  <p:embed/>
                </p:oleObj>
              </mc:Choice>
              <mc:Fallback>
                <p:oleObj name="Equation" r:id="rId16" imgW="736560" imgH="241200" progId="Equation.DSMT4">
                  <p:embed/>
                  <p:pic>
                    <p:nvPicPr>
                      <p:cNvPr id="91" name="对象 90">
                        <a:extLst>
                          <a:ext uri="{FF2B5EF4-FFF2-40B4-BE49-F238E27FC236}">
                            <a16:creationId xmlns:a16="http://schemas.microsoft.com/office/drawing/2014/main" id="{36A881A5-C54F-46E4-998B-424EB57560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855896" y="1647508"/>
                        <a:ext cx="736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对象 137">
            <a:extLst>
              <a:ext uri="{FF2B5EF4-FFF2-40B4-BE49-F238E27FC236}">
                <a16:creationId xmlns:a16="http://schemas.microsoft.com/office/drawing/2014/main" id="{1C09F98D-D705-45EA-80DF-1998B2D1ED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320810"/>
              </p:ext>
            </p:extLst>
          </p:nvPr>
        </p:nvGraphicFramePr>
        <p:xfrm>
          <a:off x="4764876" y="1739129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1" name="Equation" r:id="rId18" imgW="228600" imgH="101520" progId="Equation.DSMT4">
                  <p:embed/>
                </p:oleObj>
              </mc:Choice>
              <mc:Fallback>
                <p:oleObj name="Equation" r:id="rId18" imgW="228600" imgH="101520" progId="Equation.DSMT4">
                  <p:embed/>
                  <p:pic>
                    <p:nvPicPr>
                      <p:cNvPr id="92" name="对象 91">
                        <a:extLst>
                          <a:ext uri="{FF2B5EF4-FFF2-40B4-BE49-F238E27FC236}">
                            <a16:creationId xmlns:a16="http://schemas.microsoft.com/office/drawing/2014/main" id="{57AB71E7-67CC-427A-95FC-0EE52B8DDC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764876" y="1739129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矩形 138">
            <a:extLst>
              <a:ext uri="{FF2B5EF4-FFF2-40B4-BE49-F238E27FC236}">
                <a16:creationId xmlns:a16="http://schemas.microsoft.com/office/drawing/2014/main" id="{2C1013EE-3255-43ED-9974-CFF60136CA6C}"/>
              </a:ext>
            </a:extLst>
          </p:cNvPr>
          <p:cNvSpPr/>
          <p:nvPr/>
        </p:nvSpPr>
        <p:spPr>
          <a:xfrm>
            <a:off x="5126700" y="1658066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0" name="对象 139">
            <a:extLst>
              <a:ext uri="{FF2B5EF4-FFF2-40B4-BE49-F238E27FC236}">
                <a16:creationId xmlns:a16="http://schemas.microsoft.com/office/drawing/2014/main" id="{0C28D164-9717-42E0-B47C-E4DB1C04C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412843"/>
              </p:ext>
            </p:extLst>
          </p:nvPr>
        </p:nvGraphicFramePr>
        <p:xfrm>
          <a:off x="5151421" y="1631633"/>
          <a:ext cx="800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2" name="Equation" r:id="rId20" imgW="799920" imgH="266400" progId="Equation.DSMT4">
                  <p:embed/>
                </p:oleObj>
              </mc:Choice>
              <mc:Fallback>
                <p:oleObj name="Equation" r:id="rId20" imgW="799920" imgH="266400" progId="Equation.DSMT4">
                  <p:embed/>
                  <p:pic>
                    <p:nvPicPr>
                      <p:cNvPr id="95" name="对象 94">
                        <a:extLst>
                          <a:ext uri="{FF2B5EF4-FFF2-40B4-BE49-F238E27FC236}">
                            <a16:creationId xmlns:a16="http://schemas.microsoft.com/office/drawing/2014/main" id="{F6E3E59D-C72E-4017-8394-8A202995F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51421" y="1631633"/>
                        <a:ext cx="800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椭圆 140">
            <a:extLst>
              <a:ext uri="{FF2B5EF4-FFF2-40B4-BE49-F238E27FC236}">
                <a16:creationId xmlns:a16="http://schemas.microsoft.com/office/drawing/2014/main" id="{C6D3C04C-B2A0-4080-825F-F1AA922E9CD8}"/>
              </a:ext>
            </a:extLst>
          </p:cNvPr>
          <p:cNvSpPr/>
          <p:nvPr/>
        </p:nvSpPr>
        <p:spPr>
          <a:xfrm>
            <a:off x="3647605" y="174065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9AFD107F-B91E-47AA-8E94-AB84A9DADA3B}"/>
              </a:ext>
            </a:extLst>
          </p:cNvPr>
          <p:cNvSpPr/>
          <p:nvPr/>
        </p:nvSpPr>
        <p:spPr>
          <a:xfrm>
            <a:off x="5016467" y="1733572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3FDEFE00-C0F0-4EDC-BBB2-CA6189C5083C}"/>
              </a:ext>
            </a:extLst>
          </p:cNvPr>
          <p:cNvSpPr/>
          <p:nvPr/>
        </p:nvSpPr>
        <p:spPr>
          <a:xfrm>
            <a:off x="2694721" y="1721268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3657477-DDAF-4090-8F75-1B0807E70274}"/>
              </a:ext>
            </a:extLst>
          </p:cNvPr>
          <p:cNvSpPr/>
          <p:nvPr/>
        </p:nvSpPr>
        <p:spPr>
          <a:xfrm>
            <a:off x="3768231" y="1665144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7" name="对象 156">
            <a:extLst>
              <a:ext uri="{FF2B5EF4-FFF2-40B4-BE49-F238E27FC236}">
                <a16:creationId xmlns:a16="http://schemas.microsoft.com/office/drawing/2014/main" id="{D44A8C0B-5B3A-4D50-80BA-C9EE2EDC3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988343"/>
              </p:ext>
            </p:extLst>
          </p:nvPr>
        </p:nvGraphicFramePr>
        <p:xfrm>
          <a:off x="3830638" y="1651000"/>
          <a:ext cx="723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3" name="Equation" r:id="rId22" imgW="723600" imgH="241200" progId="Equation.DSMT4">
                  <p:embed/>
                </p:oleObj>
              </mc:Choice>
              <mc:Fallback>
                <p:oleObj name="Equation" r:id="rId22" imgW="723600" imgH="241200" progId="Equation.DSMT4">
                  <p:embed/>
                  <p:pic>
                    <p:nvPicPr>
                      <p:cNvPr id="108" name="对象 107">
                        <a:extLst>
                          <a:ext uri="{FF2B5EF4-FFF2-40B4-BE49-F238E27FC236}">
                            <a16:creationId xmlns:a16="http://schemas.microsoft.com/office/drawing/2014/main" id="{16385B34-CB7D-456B-A76C-AE34BF1823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830638" y="1651000"/>
                        <a:ext cx="723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" name="椭圆 157">
            <a:extLst>
              <a:ext uri="{FF2B5EF4-FFF2-40B4-BE49-F238E27FC236}">
                <a16:creationId xmlns:a16="http://schemas.microsoft.com/office/drawing/2014/main" id="{0FE2AD42-4BAE-47F3-8189-16CEB4F44057}"/>
              </a:ext>
            </a:extLst>
          </p:cNvPr>
          <p:cNvSpPr/>
          <p:nvPr/>
        </p:nvSpPr>
        <p:spPr>
          <a:xfrm>
            <a:off x="4641887" y="174065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4A95D32D-3501-4C25-B700-85DECDDFC48E}"/>
              </a:ext>
            </a:extLst>
          </p:cNvPr>
          <p:cNvCxnSpPr>
            <a:cxnSpLocks/>
            <a:stCxn id="139" idx="3"/>
            <a:endCxn id="172" idx="1"/>
          </p:cNvCxnSpPr>
          <p:nvPr/>
        </p:nvCxnSpPr>
        <p:spPr>
          <a:xfrm>
            <a:off x="5949151" y="1765273"/>
            <a:ext cx="30044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>
            <a:extLst>
              <a:ext uri="{FF2B5EF4-FFF2-40B4-BE49-F238E27FC236}">
                <a16:creationId xmlns:a16="http://schemas.microsoft.com/office/drawing/2014/main" id="{CC3B7D16-8D5F-4205-A16D-1D2F8D39B1D6}"/>
              </a:ext>
            </a:extLst>
          </p:cNvPr>
          <p:cNvSpPr/>
          <p:nvPr/>
        </p:nvSpPr>
        <p:spPr>
          <a:xfrm>
            <a:off x="6249600" y="1658066"/>
            <a:ext cx="1848755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73" name="对象 172">
            <a:extLst>
              <a:ext uri="{FF2B5EF4-FFF2-40B4-BE49-F238E27FC236}">
                <a16:creationId xmlns:a16="http://schemas.microsoft.com/office/drawing/2014/main" id="{EFE662B2-7D6B-475C-936E-7561FC7D89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333214"/>
              </p:ext>
            </p:extLst>
          </p:nvPr>
        </p:nvGraphicFramePr>
        <p:xfrm>
          <a:off x="6362700" y="1660525"/>
          <a:ext cx="1633538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" name="Equation" r:id="rId24" imgW="2031840" imgH="279360" progId="Equation.DSMT4">
                  <p:embed/>
                </p:oleObj>
              </mc:Choice>
              <mc:Fallback>
                <p:oleObj name="Equation" r:id="rId24" imgW="2031840" imgH="279360" progId="Equation.DSMT4">
                  <p:embed/>
                  <p:pic>
                    <p:nvPicPr>
                      <p:cNvPr id="156" name="对象 155">
                        <a:extLst>
                          <a:ext uri="{FF2B5EF4-FFF2-40B4-BE49-F238E27FC236}">
                            <a16:creationId xmlns:a16="http://schemas.microsoft.com/office/drawing/2014/main" id="{F38700FC-E3C8-469C-80B9-72AD2D70C6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362700" y="1660525"/>
                        <a:ext cx="1633538" cy="22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" name="对象 161">
            <a:extLst>
              <a:ext uri="{FF2B5EF4-FFF2-40B4-BE49-F238E27FC236}">
                <a16:creationId xmlns:a16="http://schemas.microsoft.com/office/drawing/2014/main" id="{0B29F203-CA84-4580-AC4F-D61933C035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414520"/>
              </p:ext>
            </p:extLst>
          </p:nvPr>
        </p:nvGraphicFramePr>
        <p:xfrm>
          <a:off x="2503488" y="969963"/>
          <a:ext cx="2032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5" name="Equation" r:id="rId26" imgW="190440" imgH="228600" progId="Equation.DSMT4">
                  <p:embed/>
                </p:oleObj>
              </mc:Choice>
              <mc:Fallback>
                <p:oleObj name="Equation" r:id="rId26" imgW="190440" imgH="228600" progId="Equation.DSMT4">
                  <p:embed/>
                  <p:pic>
                    <p:nvPicPr>
                      <p:cNvPr id="115" name="对象 114">
                        <a:extLst>
                          <a:ext uri="{FF2B5EF4-FFF2-40B4-BE49-F238E27FC236}">
                            <a16:creationId xmlns:a16="http://schemas.microsoft.com/office/drawing/2014/main" id="{4B68A3C1-85DE-4115-8D5C-B9B3D67344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503488" y="969963"/>
                        <a:ext cx="203200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" name="对象 162">
            <a:extLst>
              <a:ext uri="{FF2B5EF4-FFF2-40B4-BE49-F238E27FC236}">
                <a16:creationId xmlns:a16="http://schemas.microsoft.com/office/drawing/2014/main" id="{10026DA7-BDAE-4E71-B165-32E65FC489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695974"/>
              </p:ext>
            </p:extLst>
          </p:nvPr>
        </p:nvGraphicFramePr>
        <p:xfrm>
          <a:off x="3452813" y="97155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6" name="Equation" r:id="rId28" imgW="190440" imgH="228600" progId="Equation.DSMT4">
                  <p:embed/>
                </p:oleObj>
              </mc:Choice>
              <mc:Fallback>
                <p:oleObj name="Equation" r:id="rId28" imgW="190440" imgH="228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324A386-9E80-4E7A-9692-CFBB14D26C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452813" y="971550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" name="对象 163">
            <a:extLst>
              <a:ext uri="{FF2B5EF4-FFF2-40B4-BE49-F238E27FC236}">
                <a16:creationId xmlns:a16="http://schemas.microsoft.com/office/drawing/2014/main" id="{372284B4-CDC0-4381-8DD5-3ABB6CB246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666328"/>
              </p:ext>
            </p:extLst>
          </p:nvPr>
        </p:nvGraphicFramePr>
        <p:xfrm>
          <a:off x="4429125" y="969963"/>
          <a:ext cx="201613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" name="Equation" r:id="rId30" imgW="190440" imgH="228600" progId="Equation.DSMT4">
                  <p:embed/>
                </p:oleObj>
              </mc:Choice>
              <mc:Fallback>
                <p:oleObj name="Equation" r:id="rId30" imgW="190440" imgH="228600" progId="Equation.DSMT4">
                  <p:embed/>
                  <p:pic>
                    <p:nvPicPr>
                      <p:cNvPr id="174" name="对象 173">
                        <a:extLst>
                          <a:ext uri="{FF2B5EF4-FFF2-40B4-BE49-F238E27FC236}">
                            <a16:creationId xmlns:a16="http://schemas.microsoft.com/office/drawing/2014/main" id="{5BE48ABB-8F6C-4310-8392-E833BEEBB0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429125" y="969963"/>
                        <a:ext cx="201613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" name="对象 164">
            <a:extLst>
              <a:ext uri="{FF2B5EF4-FFF2-40B4-BE49-F238E27FC236}">
                <a16:creationId xmlns:a16="http://schemas.microsoft.com/office/drawing/2014/main" id="{9019C803-C5DB-4123-B661-DE80687FDC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952737"/>
              </p:ext>
            </p:extLst>
          </p:nvPr>
        </p:nvGraphicFramePr>
        <p:xfrm>
          <a:off x="5799138" y="976313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8" name="Equation" r:id="rId32" imgW="190440" imgH="228600" progId="Equation.DSMT4">
                  <p:embed/>
                </p:oleObj>
              </mc:Choice>
              <mc:Fallback>
                <p:oleObj name="Equation" r:id="rId32" imgW="190440" imgH="228600" progId="Equation.DSMT4">
                  <p:embed/>
                  <p:pic>
                    <p:nvPicPr>
                      <p:cNvPr id="175" name="对象 174">
                        <a:extLst>
                          <a:ext uri="{FF2B5EF4-FFF2-40B4-BE49-F238E27FC236}">
                            <a16:creationId xmlns:a16="http://schemas.microsoft.com/office/drawing/2014/main" id="{4B8E1603-217F-4DF6-9700-01F0194536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799138" y="976313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对象 165">
            <a:extLst>
              <a:ext uri="{FF2B5EF4-FFF2-40B4-BE49-F238E27FC236}">
                <a16:creationId xmlns:a16="http://schemas.microsoft.com/office/drawing/2014/main" id="{4594DDE1-E94E-4A8E-AB09-1FE2F6455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537777"/>
              </p:ext>
            </p:extLst>
          </p:nvPr>
        </p:nvGraphicFramePr>
        <p:xfrm>
          <a:off x="1954213" y="968375"/>
          <a:ext cx="163512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9" name="Equation" r:id="rId34" imgW="152280" imgH="228600" progId="Equation.DSMT4">
                  <p:embed/>
                </p:oleObj>
              </mc:Choice>
              <mc:Fallback>
                <p:oleObj name="Equation" r:id="rId34" imgW="152280" imgH="228600" progId="Equation.DSMT4">
                  <p:embed/>
                  <p:pic>
                    <p:nvPicPr>
                      <p:cNvPr id="162" name="对象 161">
                        <a:extLst>
                          <a:ext uri="{FF2B5EF4-FFF2-40B4-BE49-F238E27FC236}">
                            <a16:creationId xmlns:a16="http://schemas.microsoft.com/office/drawing/2014/main" id="{0B29F203-CA84-4580-AC4F-D61933C035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954213" y="968375"/>
                        <a:ext cx="163512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对象 166">
            <a:extLst>
              <a:ext uri="{FF2B5EF4-FFF2-40B4-BE49-F238E27FC236}">
                <a16:creationId xmlns:a16="http://schemas.microsoft.com/office/drawing/2014/main" id="{D968E76A-9323-4D35-8FBF-47B3A1BEB1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175379"/>
              </p:ext>
            </p:extLst>
          </p:nvPr>
        </p:nvGraphicFramePr>
        <p:xfrm>
          <a:off x="2936875" y="979488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0" name="Equation" r:id="rId36" imgW="152280" imgH="228600" progId="Equation.DSMT4">
                  <p:embed/>
                </p:oleObj>
              </mc:Choice>
              <mc:Fallback>
                <p:oleObj name="Equation" r:id="rId36" imgW="152280" imgH="228600" progId="Equation.DSMT4">
                  <p:embed/>
                  <p:pic>
                    <p:nvPicPr>
                      <p:cNvPr id="163" name="对象 162">
                        <a:extLst>
                          <a:ext uri="{FF2B5EF4-FFF2-40B4-BE49-F238E27FC236}">
                            <a16:creationId xmlns:a16="http://schemas.microsoft.com/office/drawing/2014/main" id="{10026DA7-BDAE-4E71-B165-32E65FC489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936875" y="979488"/>
                        <a:ext cx="15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" name="对象 175">
            <a:extLst>
              <a:ext uri="{FF2B5EF4-FFF2-40B4-BE49-F238E27FC236}">
                <a16:creationId xmlns:a16="http://schemas.microsoft.com/office/drawing/2014/main" id="{C153448C-0F28-43B2-B0D2-295C3CEE27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524360"/>
              </p:ext>
            </p:extLst>
          </p:nvPr>
        </p:nvGraphicFramePr>
        <p:xfrm>
          <a:off x="3879850" y="968375"/>
          <a:ext cx="16192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1" name="Equation" r:id="rId38" imgW="152280" imgH="228600" progId="Equation.DSMT4">
                  <p:embed/>
                </p:oleObj>
              </mc:Choice>
              <mc:Fallback>
                <p:oleObj name="Equation" r:id="rId38" imgW="152280" imgH="228600" progId="Equation.DSMT4">
                  <p:embed/>
                  <p:pic>
                    <p:nvPicPr>
                      <p:cNvPr id="164" name="对象 163">
                        <a:extLst>
                          <a:ext uri="{FF2B5EF4-FFF2-40B4-BE49-F238E27FC236}">
                            <a16:creationId xmlns:a16="http://schemas.microsoft.com/office/drawing/2014/main" id="{372284B4-CDC0-4381-8DD5-3ABB6CB246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3879850" y="968375"/>
                        <a:ext cx="161925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" name="对象 176">
            <a:extLst>
              <a:ext uri="{FF2B5EF4-FFF2-40B4-BE49-F238E27FC236}">
                <a16:creationId xmlns:a16="http://schemas.microsoft.com/office/drawing/2014/main" id="{750CD711-9F53-42E2-8246-6BFB340774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694630"/>
              </p:ext>
            </p:extLst>
          </p:nvPr>
        </p:nvGraphicFramePr>
        <p:xfrm>
          <a:off x="5212268" y="987425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6" name="Equation" r:id="rId40" imgW="152280" imgH="228600" progId="Equation.DSMT4">
                  <p:embed/>
                </p:oleObj>
              </mc:Choice>
              <mc:Fallback>
                <p:oleObj name="Equation" r:id="rId40" imgW="152280" imgH="228600" progId="Equation.DSMT4">
                  <p:embed/>
                  <p:pic>
                    <p:nvPicPr>
                      <p:cNvPr id="165" name="对象 164">
                        <a:extLst>
                          <a:ext uri="{FF2B5EF4-FFF2-40B4-BE49-F238E27FC236}">
                            <a16:creationId xmlns:a16="http://schemas.microsoft.com/office/drawing/2014/main" id="{9019C803-C5DB-4123-B661-DE80687FDC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212268" y="987425"/>
                        <a:ext cx="15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5EAA028-F552-4116-A07B-7A83E39562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389461"/>
              </p:ext>
            </p:extLst>
          </p:nvPr>
        </p:nvGraphicFramePr>
        <p:xfrm>
          <a:off x="6556558" y="626675"/>
          <a:ext cx="12890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42" imgW="1288990" imgH="266665" progId="Equation.DSMT4">
                  <p:embed/>
                </p:oleObj>
              </mc:Choice>
              <mc:Fallback>
                <p:oleObj name="Equation" r:id="rId42" imgW="1288990" imgH="2666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6556558" y="626675"/>
                        <a:ext cx="128905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矩形 217">
            <a:extLst>
              <a:ext uri="{FF2B5EF4-FFF2-40B4-BE49-F238E27FC236}">
                <a16:creationId xmlns:a16="http://schemas.microsoft.com/office/drawing/2014/main" id="{78D50A20-DEBD-4331-A3E8-EE37FE276229}"/>
              </a:ext>
            </a:extLst>
          </p:cNvPr>
          <p:cNvSpPr/>
          <p:nvPr/>
        </p:nvSpPr>
        <p:spPr>
          <a:xfrm>
            <a:off x="1850528" y="1249333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9" name="对象 218">
            <a:extLst>
              <a:ext uri="{FF2B5EF4-FFF2-40B4-BE49-F238E27FC236}">
                <a16:creationId xmlns:a16="http://schemas.microsoft.com/office/drawing/2014/main" id="{D07C1531-67FC-45EC-BE53-43517F4EA9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674719"/>
              </p:ext>
            </p:extLst>
          </p:nvPr>
        </p:nvGraphicFramePr>
        <p:xfrm>
          <a:off x="1893888" y="1236663"/>
          <a:ext cx="762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44" imgW="761760" imgH="241200" progId="Equation.DSMT4">
                  <p:embed/>
                </p:oleObj>
              </mc:Choice>
              <mc:Fallback>
                <p:oleObj name="Equation" r:id="rId44" imgW="76176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91F8650F-71DE-4362-BECD-7F2117FCB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893888" y="1236663"/>
                        <a:ext cx="762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" name="矩形 219">
            <a:extLst>
              <a:ext uri="{FF2B5EF4-FFF2-40B4-BE49-F238E27FC236}">
                <a16:creationId xmlns:a16="http://schemas.microsoft.com/office/drawing/2014/main" id="{8DC52DFA-B1AD-4366-8BB3-5A36F4270DE9}"/>
              </a:ext>
            </a:extLst>
          </p:cNvPr>
          <p:cNvSpPr/>
          <p:nvPr/>
        </p:nvSpPr>
        <p:spPr>
          <a:xfrm>
            <a:off x="2795145" y="1249333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1" name="对象 220">
            <a:extLst>
              <a:ext uri="{FF2B5EF4-FFF2-40B4-BE49-F238E27FC236}">
                <a16:creationId xmlns:a16="http://schemas.microsoft.com/office/drawing/2014/main" id="{2D9858FF-1B86-4293-8303-D23943ED2E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901242"/>
              </p:ext>
            </p:extLst>
          </p:nvPr>
        </p:nvGraphicFramePr>
        <p:xfrm>
          <a:off x="2832100" y="1235075"/>
          <a:ext cx="774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46" imgW="774360" imgH="241200" progId="Equation.DSMT4">
                  <p:embed/>
                </p:oleObj>
              </mc:Choice>
              <mc:Fallback>
                <p:oleObj name="Equation" r:id="rId46" imgW="774360" imgH="241200" progId="Equation.DSMT4">
                  <p:embed/>
                  <p:pic>
                    <p:nvPicPr>
                      <p:cNvPr id="137" name="对象 136">
                        <a:extLst>
                          <a:ext uri="{FF2B5EF4-FFF2-40B4-BE49-F238E27FC236}">
                            <a16:creationId xmlns:a16="http://schemas.microsoft.com/office/drawing/2014/main" id="{4DB5D535-8837-4BE7-97E4-8AD5EB4166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2832100" y="1235075"/>
                        <a:ext cx="774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" name="对象 221">
            <a:extLst>
              <a:ext uri="{FF2B5EF4-FFF2-40B4-BE49-F238E27FC236}">
                <a16:creationId xmlns:a16="http://schemas.microsoft.com/office/drawing/2014/main" id="{E410CB83-277E-4735-B5BC-D124B18024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714107"/>
              </p:ext>
            </p:extLst>
          </p:nvPr>
        </p:nvGraphicFramePr>
        <p:xfrm>
          <a:off x="4760046" y="1326428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18" imgW="228600" imgH="101520" progId="Equation.DSMT4">
                  <p:embed/>
                </p:oleObj>
              </mc:Choice>
              <mc:Fallback>
                <p:oleObj name="Equation" r:id="rId18" imgW="228600" imgH="101520" progId="Equation.DSMT4">
                  <p:embed/>
                  <p:pic>
                    <p:nvPicPr>
                      <p:cNvPr id="138" name="对象 137">
                        <a:extLst>
                          <a:ext uri="{FF2B5EF4-FFF2-40B4-BE49-F238E27FC236}">
                            <a16:creationId xmlns:a16="http://schemas.microsoft.com/office/drawing/2014/main" id="{1C09F98D-D705-45EA-80DF-1998B2D1ED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760046" y="1326428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" name="矩形 222">
            <a:extLst>
              <a:ext uri="{FF2B5EF4-FFF2-40B4-BE49-F238E27FC236}">
                <a16:creationId xmlns:a16="http://schemas.microsoft.com/office/drawing/2014/main" id="{4248ADF2-DF07-4F39-B4FE-AF85CB93AAF9}"/>
              </a:ext>
            </a:extLst>
          </p:cNvPr>
          <p:cNvSpPr/>
          <p:nvPr/>
        </p:nvSpPr>
        <p:spPr>
          <a:xfrm>
            <a:off x="5121870" y="124536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4" name="对象 223">
            <a:extLst>
              <a:ext uri="{FF2B5EF4-FFF2-40B4-BE49-F238E27FC236}">
                <a16:creationId xmlns:a16="http://schemas.microsoft.com/office/drawing/2014/main" id="{402C2A12-5F01-4E4D-A5BB-91C06B3837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881595"/>
              </p:ext>
            </p:extLst>
          </p:nvPr>
        </p:nvGraphicFramePr>
        <p:xfrm>
          <a:off x="5127625" y="1219200"/>
          <a:ext cx="838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48" imgW="838080" imgH="266400" progId="Equation.DSMT4">
                  <p:embed/>
                </p:oleObj>
              </mc:Choice>
              <mc:Fallback>
                <p:oleObj name="Equation" r:id="rId48" imgW="838080" imgH="266400" progId="Equation.DSMT4">
                  <p:embed/>
                  <p:pic>
                    <p:nvPicPr>
                      <p:cNvPr id="140" name="对象 139">
                        <a:extLst>
                          <a:ext uri="{FF2B5EF4-FFF2-40B4-BE49-F238E27FC236}">
                            <a16:creationId xmlns:a16="http://schemas.microsoft.com/office/drawing/2014/main" id="{0C28D164-9717-42E0-B47C-E4DB1C04C6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127625" y="1219200"/>
                        <a:ext cx="8382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" name="椭圆 224">
            <a:extLst>
              <a:ext uri="{FF2B5EF4-FFF2-40B4-BE49-F238E27FC236}">
                <a16:creationId xmlns:a16="http://schemas.microsoft.com/office/drawing/2014/main" id="{93491567-DA7D-4D14-9DC6-A3F281FA93E9}"/>
              </a:ext>
            </a:extLst>
          </p:cNvPr>
          <p:cNvSpPr/>
          <p:nvPr/>
        </p:nvSpPr>
        <p:spPr>
          <a:xfrm>
            <a:off x="3642775" y="1327950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26" name="椭圆 225">
            <a:extLst>
              <a:ext uri="{FF2B5EF4-FFF2-40B4-BE49-F238E27FC236}">
                <a16:creationId xmlns:a16="http://schemas.microsoft.com/office/drawing/2014/main" id="{2BD07E1C-3012-4E3C-BAC6-C5A2C8C2E78A}"/>
              </a:ext>
            </a:extLst>
          </p:cNvPr>
          <p:cNvSpPr/>
          <p:nvPr/>
        </p:nvSpPr>
        <p:spPr>
          <a:xfrm>
            <a:off x="5011637" y="132087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2C85E150-0E26-478B-ABED-1BB666D2A240}"/>
              </a:ext>
            </a:extLst>
          </p:cNvPr>
          <p:cNvSpPr/>
          <p:nvPr/>
        </p:nvSpPr>
        <p:spPr>
          <a:xfrm>
            <a:off x="2689891" y="1308567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BA2880A7-0FF6-44C5-A82D-57AC323FB01D}"/>
              </a:ext>
            </a:extLst>
          </p:cNvPr>
          <p:cNvSpPr/>
          <p:nvPr/>
        </p:nvSpPr>
        <p:spPr>
          <a:xfrm>
            <a:off x="3763401" y="1252443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9" name="对象 228">
            <a:extLst>
              <a:ext uri="{FF2B5EF4-FFF2-40B4-BE49-F238E27FC236}">
                <a16:creationId xmlns:a16="http://schemas.microsoft.com/office/drawing/2014/main" id="{A64545B2-074C-4450-AEDC-2CAB6EF5E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094519"/>
              </p:ext>
            </p:extLst>
          </p:nvPr>
        </p:nvGraphicFramePr>
        <p:xfrm>
          <a:off x="3800475" y="1238250"/>
          <a:ext cx="774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50" imgW="774360" imgH="241200" progId="Equation.DSMT4">
                  <p:embed/>
                </p:oleObj>
              </mc:Choice>
              <mc:Fallback>
                <p:oleObj name="Equation" r:id="rId50" imgW="774360" imgH="241200" progId="Equation.DSMT4">
                  <p:embed/>
                  <p:pic>
                    <p:nvPicPr>
                      <p:cNvPr id="157" name="对象 156">
                        <a:extLst>
                          <a:ext uri="{FF2B5EF4-FFF2-40B4-BE49-F238E27FC236}">
                            <a16:creationId xmlns:a16="http://schemas.microsoft.com/office/drawing/2014/main" id="{D44A8C0B-5B3A-4D50-80BA-C9EE2EDC34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3800475" y="1238250"/>
                        <a:ext cx="774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" name="椭圆 229">
            <a:extLst>
              <a:ext uri="{FF2B5EF4-FFF2-40B4-BE49-F238E27FC236}">
                <a16:creationId xmlns:a16="http://schemas.microsoft.com/office/drawing/2014/main" id="{42038CAE-CF1E-477C-9E45-B04153F24A2E}"/>
              </a:ext>
            </a:extLst>
          </p:cNvPr>
          <p:cNvSpPr/>
          <p:nvPr/>
        </p:nvSpPr>
        <p:spPr>
          <a:xfrm>
            <a:off x="4637057" y="1327950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F08895FC-1669-4B38-9ABF-731C21C4F42D}"/>
              </a:ext>
            </a:extLst>
          </p:cNvPr>
          <p:cNvCxnSpPr>
            <a:cxnSpLocks/>
            <a:stCxn id="223" idx="3"/>
            <a:endCxn id="232" idx="1"/>
          </p:cNvCxnSpPr>
          <p:nvPr/>
        </p:nvCxnSpPr>
        <p:spPr>
          <a:xfrm>
            <a:off x="5944321" y="1352572"/>
            <a:ext cx="30044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矩形 231">
            <a:extLst>
              <a:ext uri="{FF2B5EF4-FFF2-40B4-BE49-F238E27FC236}">
                <a16:creationId xmlns:a16="http://schemas.microsoft.com/office/drawing/2014/main" id="{AAE0C791-26B0-4497-AE4D-7DB45EE66751}"/>
              </a:ext>
            </a:extLst>
          </p:cNvPr>
          <p:cNvSpPr/>
          <p:nvPr/>
        </p:nvSpPr>
        <p:spPr>
          <a:xfrm>
            <a:off x="6244770" y="1245365"/>
            <a:ext cx="1848755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33" name="对象 232">
            <a:extLst>
              <a:ext uri="{FF2B5EF4-FFF2-40B4-BE49-F238E27FC236}">
                <a16:creationId xmlns:a16="http://schemas.microsoft.com/office/drawing/2014/main" id="{3E793255-F355-49AF-A1C2-818A61F4D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526096"/>
              </p:ext>
            </p:extLst>
          </p:nvPr>
        </p:nvGraphicFramePr>
        <p:xfrm>
          <a:off x="6307138" y="1247775"/>
          <a:ext cx="1735137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52" imgW="2158920" imgH="279360" progId="Equation.DSMT4">
                  <p:embed/>
                </p:oleObj>
              </mc:Choice>
              <mc:Fallback>
                <p:oleObj name="Equation" r:id="rId52" imgW="2158920" imgH="279360" progId="Equation.DSMT4">
                  <p:embed/>
                  <p:pic>
                    <p:nvPicPr>
                      <p:cNvPr id="173" name="对象 172">
                        <a:extLst>
                          <a:ext uri="{FF2B5EF4-FFF2-40B4-BE49-F238E27FC236}">
                            <a16:creationId xmlns:a16="http://schemas.microsoft.com/office/drawing/2014/main" id="{EFE662B2-7D6B-475C-936E-7561FC7D89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6307138" y="1247775"/>
                        <a:ext cx="1735137" cy="22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143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2"/>
    </mc:Choice>
    <mc:Fallback xmlns="">
      <p:transition spd="slow" advTm="124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体 4">
            <a:extLst>
              <a:ext uri="{FF2B5EF4-FFF2-40B4-BE49-F238E27FC236}">
                <a16:creationId xmlns:a16="http://schemas.microsoft.com/office/drawing/2014/main" id="{A9FF4E1A-C790-44D0-B77E-B9E1877A5372}"/>
              </a:ext>
            </a:extLst>
          </p:cNvPr>
          <p:cNvSpPr/>
          <p:nvPr/>
        </p:nvSpPr>
        <p:spPr>
          <a:xfrm>
            <a:off x="1487402" y="749300"/>
            <a:ext cx="913205" cy="92587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48715A-E1CC-4E3C-976D-0EEA85283C37}"/>
              </a:ext>
            </a:extLst>
          </p:cNvPr>
          <p:cNvSpPr/>
          <p:nvPr/>
        </p:nvSpPr>
        <p:spPr>
          <a:xfrm>
            <a:off x="1530153" y="1385313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E274701-4E8F-4155-9A63-F33CE2BCA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139483"/>
              </p:ext>
            </p:extLst>
          </p:nvPr>
        </p:nvGraphicFramePr>
        <p:xfrm>
          <a:off x="1684338" y="1368425"/>
          <a:ext cx="493712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1" name="Equation" r:id="rId4" imgW="596880" imgH="253800" progId="Equation.DSMT4">
                  <p:embed/>
                </p:oleObj>
              </mc:Choice>
              <mc:Fallback>
                <p:oleObj name="Equation" r:id="rId4" imgW="596880" imgH="2538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E274701-4E8F-4155-9A63-F33CE2BCA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4338" y="1368425"/>
                        <a:ext cx="493712" cy="209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6F1D319-B71E-4F67-8FAC-DC034153C199}"/>
              </a:ext>
            </a:extLst>
          </p:cNvPr>
          <p:cNvSpPr/>
          <p:nvPr/>
        </p:nvSpPr>
        <p:spPr>
          <a:xfrm>
            <a:off x="1530153" y="1200166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4D931CF-EA9E-4127-876F-09331B7BAA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788483"/>
              </p:ext>
            </p:extLst>
          </p:nvPr>
        </p:nvGraphicFramePr>
        <p:xfrm>
          <a:off x="1679575" y="1182688"/>
          <a:ext cx="503238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2" name="Equation" r:id="rId6" imgW="609480" imgH="253800" progId="Equation.DSMT4">
                  <p:embed/>
                </p:oleObj>
              </mc:Choice>
              <mc:Fallback>
                <p:oleObj name="Equation" r:id="rId6" imgW="609480" imgH="253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4D931CF-EA9E-4127-876F-09331B7BA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79575" y="1182688"/>
                        <a:ext cx="503238" cy="21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DDF9FEC-F01A-4B4A-8E22-93E69A4F6E6D}"/>
              </a:ext>
            </a:extLst>
          </p:cNvPr>
          <p:cNvSpPr/>
          <p:nvPr/>
        </p:nvSpPr>
        <p:spPr>
          <a:xfrm>
            <a:off x="1533814" y="1025235"/>
            <a:ext cx="818789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309E5AB-B6D2-4F72-B930-84D6FF7029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413606"/>
              </p:ext>
            </p:extLst>
          </p:nvPr>
        </p:nvGraphicFramePr>
        <p:xfrm>
          <a:off x="1684338" y="1001713"/>
          <a:ext cx="492125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3" name="Equation" r:id="rId8" imgW="596880" imgH="253800" progId="Equation.DSMT4">
                  <p:embed/>
                </p:oleObj>
              </mc:Choice>
              <mc:Fallback>
                <p:oleObj name="Equation" r:id="rId8" imgW="596880" imgH="253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309E5AB-B6D2-4F72-B930-84D6FF702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84338" y="1001713"/>
                        <a:ext cx="492125" cy="21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E44517F2-A791-46AA-BCCC-8C342D997FEB}"/>
              </a:ext>
            </a:extLst>
          </p:cNvPr>
          <p:cNvSpPr/>
          <p:nvPr/>
        </p:nvSpPr>
        <p:spPr>
          <a:xfrm>
            <a:off x="1567691" y="719363"/>
            <a:ext cx="747373" cy="2000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Bucket-k</a:t>
            </a:r>
            <a:endParaRPr lang="zh-CN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2608E8-6CAA-4369-93CA-A1A60FAFB1F0}"/>
              </a:ext>
            </a:extLst>
          </p:cNvPr>
          <p:cNvSpPr/>
          <p:nvPr/>
        </p:nvSpPr>
        <p:spPr>
          <a:xfrm>
            <a:off x="2641417" y="1198802"/>
            <a:ext cx="831850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F426A919-4CB4-4CCB-BFA1-7FAAC58DC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459597"/>
              </p:ext>
            </p:extLst>
          </p:nvPr>
        </p:nvGraphicFramePr>
        <p:xfrm>
          <a:off x="2668467" y="1206343"/>
          <a:ext cx="800945" cy="253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4" name="Equation" r:id="rId10" imgW="1079280" imgH="342720" progId="Equation.DSMT4">
                  <p:embed/>
                </p:oleObj>
              </mc:Choice>
              <mc:Fallback>
                <p:oleObj name="Equation" r:id="rId10" imgW="1079280" imgH="3427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F426A919-4CB4-4CCB-BFA1-7FAAC58DC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68467" y="1206343"/>
                        <a:ext cx="800945" cy="253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2B650AC-45FC-4553-B09D-0DD6ECB8D205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359929" y="1299052"/>
            <a:ext cx="281488" cy="362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8F8C13C6-1AC4-472E-9F4C-232C60C2A48D}"/>
              </a:ext>
            </a:extLst>
          </p:cNvPr>
          <p:cNvCxnSpPr>
            <a:cxnSpLocks/>
            <a:stCxn id="5" idx="3"/>
          </p:cNvCxnSpPr>
          <p:nvPr/>
        </p:nvCxnSpPr>
        <p:spPr>
          <a:xfrm rot="16200000" flipH="1">
            <a:off x="2039351" y="1579831"/>
            <a:ext cx="494540" cy="685232"/>
          </a:xfrm>
          <a:prstGeom prst="bentConnector2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B3EA0341-03AF-4F38-A564-400FD9A0BA9A}"/>
              </a:ext>
            </a:extLst>
          </p:cNvPr>
          <p:cNvSpPr/>
          <p:nvPr/>
        </p:nvSpPr>
        <p:spPr>
          <a:xfrm>
            <a:off x="2628174" y="2062511"/>
            <a:ext cx="831850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264DD3AA-EEA9-4962-BBC5-DBD0813D4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806493"/>
              </p:ext>
            </p:extLst>
          </p:nvPr>
        </p:nvGraphicFramePr>
        <p:xfrm>
          <a:off x="2827338" y="2066925"/>
          <a:ext cx="422275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5" name="Equation" r:id="rId12" imgW="533160" imgH="241200" progId="Equation.DSMT4">
                  <p:embed/>
                </p:oleObj>
              </mc:Choice>
              <mc:Fallback>
                <p:oleObj name="Equation" r:id="rId12" imgW="533160" imgH="2412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64DD3AA-EEA9-4962-BBC5-DBD0813D45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27338" y="2066925"/>
                        <a:ext cx="422275" cy="19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椭圆 38">
            <a:extLst>
              <a:ext uri="{FF2B5EF4-FFF2-40B4-BE49-F238E27FC236}">
                <a16:creationId xmlns:a16="http://schemas.microsoft.com/office/drawing/2014/main" id="{04BFA19F-F806-4371-BD4D-0C4A102A29CD}"/>
              </a:ext>
            </a:extLst>
          </p:cNvPr>
          <p:cNvSpPr/>
          <p:nvPr/>
        </p:nvSpPr>
        <p:spPr>
          <a:xfrm>
            <a:off x="4348708" y="1594339"/>
            <a:ext cx="86269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7537168-284E-43B5-8864-301BC2FE078C}"/>
              </a:ext>
            </a:extLst>
          </p:cNvPr>
          <p:cNvSpPr/>
          <p:nvPr/>
        </p:nvSpPr>
        <p:spPr>
          <a:xfrm>
            <a:off x="3755940" y="1198802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131CF530-AB63-4376-BCDF-69A35652E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743766"/>
              </p:ext>
            </p:extLst>
          </p:nvPr>
        </p:nvGraphicFramePr>
        <p:xfrm>
          <a:off x="3816350" y="1209675"/>
          <a:ext cx="436563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6" name="Equation" r:id="rId14" imgW="596880" imgH="253800" progId="Equation.DSMT4">
                  <p:embed/>
                </p:oleObj>
              </mc:Choice>
              <mc:Fallback>
                <p:oleObj name="Equation" r:id="rId14" imgW="596880" imgH="2538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31CF530-AB63-4376-BCDF-69A35652E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16350" y="1209675"/>
                        <a:ext cx="436563" cy="185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椭圆 41">
            <a:extLst>
              <a:ext uri="{FF2B5EF4-FFF2-40B4-BE49-F238E27FC236}">
                <a16:creationId xmlns:a16="http://schemas.microsoft.com/office/drawing/2014/main" id="{FA13D902-AB4C-4D1B-A18D-44D21D422770}"/>
              </a:ext>
            </a:extLst>
          </p:cNvPr>
          <p:cNvSpPr/>
          <p:nvPr/>
        </p:nvSpPr>
        <p:spPr>
          <a:xfrm>
            <a:off x="5009050" y="1591631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2B948F-0522-4842-83C5-F1EF0A87A8D6}"/>
              </a:ext>
            </a:extLst>
          </p:cNvPr>
          <p:cNvSpPr/>
          <p:nvPr/>
        </p:nvSpPr>
        <p:spPr>
          <a:xfrm>
            <a:off x="4431325" y="1196959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239C1DD7-361C-4E04-AFA4-1CE290E101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172398"/>
              </p:ext>
            </p:extLst>
          </p:nvPr>
        </p:nvGraphicFramePr>
        <p:xfrm>
          <a:off x="4492625" y="1206500"/>
          <a:ext cx="444500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7" name="Equation" r:id="rId16" imgW="609480" imgH="253800" progId="Equation.DSMT4">
                  <p:embed/>
                </p:oleObj>
              </mc:Choice>
              <mc:Fallback>
                <p:oleObj name="Equation" r:id="rId16" imgW="609480" imgH="25380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239C1DD7-361C-4E04-AFA4-1CE290E10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92625" y="1206500"/>
                        <a:ext cx="444500" cy="185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矩形 45">
            <a:extLst>
              <a:ext uri="{FF2B5EF4-FFF2-40B4-BE49-F238E27FC236}">
                <a16:creationId xmlns:a16="http://schemas.microsoft.com/office/drawing/2014/main" id="{F3FEFBE5-7B4B-4D81-95BA-E13CCA4F4A61}"/>
              </a:ext>
            </a:extLst>
          </p:cNvPr>
          <p:cNvSpPr/>
          <p:nvPr/>
        </p:nvSpPr>
        <p:spPr>
          <a:xfrm>
            <a:off x="5094410" y="1191952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04B26207-3BFA-495D-B218-BE23865864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08577"/>
              </p:ext>
            </p:extLst>
          </p:nvPr>
        </p:nvGraphicFramePr>
        <p:xfrm>
          <a:off x="5160963" y="1200150"/>
          <a:ext cx="434975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8" name="Equation" r:id="rId18" imgW="596880" imgH="253800" progId="Equation.DSMT4">
                  <p:embed/>
                </p:oleObj>
              </mc:Choice>
              <mc:Fallback>
                <p:oleObj name="Equation" r:id="rId18" imgW="596880" imgH="25380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04B26207-3BFA-495D-B218-BE23865864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60963" y="1200150"/>
                        <a:ext cx="434975" cy="185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椭圆 50">
            <a:extLst>
              <a:ext uri="{FF2B5EF4-FFF2-40B4-BE49-F238E27FC236}">
                <a16:creationId xmlns:a16="http://schemas.microsoft.com/office/drawing/2014/main" id="{900E33DB-33AF-44E1-BC5B-2F0819165209}"/>
              </a:ext>
            </a:extLst>
          </p:cNvPr>
          <p:cNvSpPr/>
          <p:nvPr/>
        </p:nvSpPr>
        <p:spPr>
          <a:xfrm>
            <a:off x="4344921" y="1797273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BC285B2-34A0-46B5-BC6D-3505EE1A4F4F}"/>
              </a:ext>
            </a:extLst>
          </p:cNvPr>
          <p:cNvSpPr/>
          <p:nvPr/>
        </p:nvSpPr>
        <p:spPr>
          <a:xfrm>
            <a:off x="3742697" y="2065841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8BF295E4-27B5-4E70-8665-2C021F410404}"/>
              </a:ext>
            </a:extLst>
          </p:cNvPr>
          <p:cNvSpPr/>
          <p:nvPr/>
        </p:nvSpPr>
        <p:spPr>
          <a:xfrm>
            <a:off x="5007824" y="1790888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CA0EBCE-BAF2-4222-BD41-6728572EA1E1}"/>
              </a:ext>
            </a:extLst>
          </p:cNvPr>
          <p:cNvSpPr/>
          <p:nvPr/>
        </p:nvSpPr>
        <p:spPr>
          <a:xfrm>
            <a:off x="4418082" y="2063998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B689C23-FCB4-462C-AE1E-3C2D84C5A844}"/>
              </a:ext>
            </a:extLst>
          </p:cNvPr>
          <p:cNvSpPr/>
          <p:nvPr/>
        </p:nvSpPr>
        <p:spPr>
          <a:xfrm>
            <a:off x="5081167" y="2058991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CA911C5-2BDD-484F-8638-54D6B55DC3A6}"/>
              </a:ext>
            </a:extLst>
          </p:cNvPr>
          <p:cNvCxnSpPr>
            <a:cxnSpLocks/>
          </p:cNvCxnSpPr>
          <p:nvPr/>
        </p:nvCxnSpPr>
        <p:spPr>
          <a:xfrm>
            <a:off x="3806565" y="1404713"/>
            <a:ext cx="0" cy="6687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EA2D002-CFBD-402B-AFBC-7A95111299A5}"/>
              </a:ext>
            </a:extLst>
          </p:cNvPr>
          <p:cNvCxnSpPr>
            <a:cxnSpLocks/>
          </p:cNvCxnSpPr>
          <p:nvPr/>
        </p:nvCxnSpPr>
        <p:spPr>
          <a:xfrm>
            <a:off x="3478127" y="1302679"/>
            <a:ext cx="281488" cy="362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19213C1A-1E86-4999-A963-7C963002698F}"/>
              </a:ext>
            </a:extLst>
          </p:cNvPr>
          <p:cNvCxnSpPr>
            <a:cxnSpLocks/>
          </p:cNvCxnSpPr>
          <p:nvPr/>
        </p:nvCxnSpPr>
        <p:spPr>
          <a:xfrm>
            <a:off x="3462970" y="2168207"/>
            <a:ext cx="281488" cy="362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80BCD139-667E-4678-A5B4-95F7B5EB5D2B}"/>
              </a:ext>
            </a:extLst>
          </p:cNvPr>
          <p:cNvSpPr/>
          <p:nvPr/>
        </p:nvSpPr>
        <p:spPr>
          <a:xfrm>
            <a:off x="4788497" y="2828625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BE9ECA8-58EC-41A4-9A6F-B7A209831575}"/>
              </a:ext>
            </a:extLst>
          </p:cNvPr>
          <p:cNvSpPr/>
          <p:nvPr/>
        </p:nvSpPr>
        <p:spPr>
          <a:xfrm>
            <a:off x="2462751" y="2832593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613099C1-6D84-486C-AF19-D2BDB78F4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745001"/>
              </p:ext>
            </p:extLst>
          </p:nvPr>
        </p:nvGraphicFramePr>
        <p:xfrm>
          <a:off x="2622615" y="2832593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9" name="Equation" r:id="rId20" imgW="507960" imgH="241200" progId="Equation.DSMT4">
                  <p:embed/>
                </p:oleObj>
              </mc:Choice>
              <mc:Fallback>
                <p:oleObj name="Equation" r:id="rId20" imgW="507960" imgH="2412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613099C1-6D84-486C-AF19-D2BDB78F4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622615" y="2832593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矩形 80">
            <a:extLst>
              <a:ext uri="{FF2B5EF4-FFF2-40B4-BE49-F238E27FC236}">
                <a16:creationId xmlns:a16="http://schemas.microsoft.com/office/drawing/2014/main" id="{4AA89227-3069-432B-BE1A-170C29EEE9AF}"/>
              </a:ext>
            </a:extLst>
          </p:cNvPr>
          <p:cNvSpPr/>
          <p:nvPr/>
        </p:nvSpPr>
        <p:spPr>
          <a:xfrm>
            <a:off x="1517155" y="2832593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30BEB410-B0B9-4ECC-B6E0-D8C0BE291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26651"/>
              </p:ext>
            </p:extLst>
          </p:nvPr>
        </p:nvGraphicFramePr>
        <p:xfrm>
          <a:off x="1697103" y="2832593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0" name="Equation" r:id="rId22" imgW="495000" imgH="241200" progId="Equation.DSMT4">
                  <p:embed/>
                </p:oleObj>
              </mc:Choice>
              <mc:Fallback>
                <p:oleObj name="Equation" r:id="rId22" imgW="495000" imgH="241200" progId="Equation.DSMT4">
                  <p:embed/>
                  <p:pic>
                    <p:nvPicPr>
                      <p:cNvPr id="82" name="对象 81">
                        <a:extLst>
                          <a:ext uri="{FF2B5EF4-FFF2-40B4-BE49-F238E27FC236}">
                            <a16:creationId xmlns:a16="http://schemas.microsoft.com/office/drawing/2014/main" id="{30BEB410-B0B9-4ECC-B6E0-D8C0BE291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97103" y="2832593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82">
            <a:extLst>
              <a:ext uri="{FF2B5EF4-FFF2-40B4-BE49-F238E27FC236}">
                <a16:creationId xmlns:a16="http://schemas.microsoft.com/office/drawing/2014/main" id="{C6AEBB11-D494-4038-9579-F52F880A6A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674377"/>
              </p:ext>
            </p:extLst>
          </p:nvPr>
        </p:nvGraphicFramePr>
        <p:xfrm>
          <a:off x="4443374" y="3270273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1" name="Equation" r:id="rId24" imgW="228600" imgH="101520" progId="Equation.DSMT4">
                  <p:embed/>
                </p:oleObj>
              </mc:Choice>
              <mc:Fallback>
                <p:oleObj name="Equation" r:id="rId24" imgW="228600" imgH="101520" progId="Equation.DSMT4">
                  <p:embed/>
                  <p:pic>
                    <p:nvPicPr>
                      <p:cNvPr id="83" name="对象 82">
                        <a:extLst>
                          <a:ext uri="{FF2B5EF4-FFF2-40B4-BE49-F238E27FC236}">
                            <a16:creationId xmlns:a16="http://schemas.microsoft.com/office/drawing/2014/main" id="{C6AEBB11-D494-4038-9579-F52F880A6A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43374" y="3270273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329C767E-BD92-44CE-BC51-818816105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786518"/>
              </p:ext>
            </p:extLst>
          </p:nvPr>
        </p:nvGraphicFramePr>
        <p:xfrm>
          <a:off x="4943475" y="2816225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2" name="Equation" r:id="rId26" imgW="571320" imgH="266400" progId="Equation.DSMT4">
                  <p:embed/>
                </p:oleObj>
              </mc:Choice>
              <mc:Fallback>
                <p:oleObj name="Equation" r:id="rId26" imgW="571320" imgH="2664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329C767E-BD92-44CE-BC51-818816105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943475" y="2816225"/>
                        <a:ext cx="571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126E1566-303C-4F0C-92E6-724886C095A0}"/>
              </a:ext>
            </a:extLst>
          </p:cNvPr>
          <p:cNvCxnSpPr>
            <a:cxnSpLocks/>
          </p:cNvCxnSpPr>
          <p:nvPr/>
        </p:nvCxnSpPr>
        <p:spPr>
          <a:xfrm>
            <a:off x="1611427" y="3087269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F2CAF3ED-2890-4F3E-A2C8-4D4DD1C1354D}"/>
              </a:ext>
            </a:extLst>
          </p:cNvPr>
          <p:cNvSpPr/>
          <p:nvPr/>
        </p:nvSpPr>
        <p:spPr>
          <a:xfrm>
            <a:off x="1520708" y="374425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678D0B7-5EEF-47AC-A2AA-DB39DFD60143}"/>
              </a:ext>
            </a:extLst>
          </p:cNvPr>
          <p:cNvSpPr/>
          <p:nvPr/>
        </p:nvSpPr>
        <p:spPr>
          <a:xfrm>
            <a:off x="2465325" y="374425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57AB71E7-67CC-427A-95FC-0EE52B8DDC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003706"/>
              </p:ext>
            </p:extLst>
          </p:nvPr>
        </p:nvGraphicFramePr>
        <p:xfrm>
          <a:off x="4448618" y="3480088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3" name="Equation" r:id="rId28" imgW="228600" imgH="101520" progId="Equation.DSMT4">
                  <p:embed/>
                </p:oleObj>
              </mc:Choice>
              <mc:Fallback>
                <p:oleObj name="Equation" r:id="rId28" imgW="228600" imgH="101520" progId="Equation.DSMT4">
                  <p:embed/>
                  <p:pic>
                    <p:nvPicPr>
                      <p:cNvPr id="92" name="对象 91">
                        <a:extLst>
                          <a:ext uri="{FF2B5EF4-FFF2-40B4-BE49-F238E27FC236}">
                            <a16:creationId xmlns:a16="http://schemas.microsoft.com/office/drawing/2014/main" id="{57AB71E7-67CC-427A-95FC-0EE52B8DDC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448618" y="3480088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矩形 93">
            <a:extLst>
              <a:ext uri="{FF2B5EF4-FFF2-40B4-BE49-F238E27FC236}">
                <a16:creationId xmlns:a16="http://schemas.microsoft.com/office/drawing/2014/main" id="{773EC9BD-7780-4196-94CF-57A6A3BF8363}"/>
              </a:ext>
            </a:extLst>
          </p:cNvPr>
          <p:cNvSpPr/>
          <p:nvPr/>
        </p:nvSpPr>
        <p:spPr>
          <a:xfrm>
            <a:off x="4792050" y="374028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8407DA56-1E8E-4093-8A96-2C519A1FEC9E}"/>
              </a:ext>
            </a:extLst>
          </p:cNvPr>
          <p:cNvSpPr/>
          <p:nvPr/>
        </p:nvSpPr>
        <p:spPr>
          <a:xfrm>
            <a:off x="2417637" y="327193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EDF85BDB-6700-460C-BA46-E776FE1536EF}"/>
              </a:ext>
            </a:extLst>
          </p:cNvPr>
          <p:cNvSpPr/>
          <p:nvPr/>
        </p:nvSpPr>
        <p:spPr>
          <a:xfrm>
            <a:off x="2419593" y="3467878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739AC6E-D247-42FD-A4D4-7D7665E3CEB3}"/>
              </a:ext>
            </a:extLst>
          </p:cNvPr>
          <p:cNvSpPr/>
          <p:nvPr/>
        </p:nvSpPr>
        <p:spPr>
          <a:xfrm>
            <a:off x="3441016" y="2835703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5" name="对象 104">
            <a:extLst>
              <a:ext uri="{FF2B5EF4-FFF2-40B4-BE49-F238E27FC236}">
                <a16:creationId xmlns:a16="http://schemas.microsoft.com/office/drawing/2014/main" id="{BE72BFFC-CC97-47F9-8353-125F42F390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873731"/>
              </p:ext>
            </p:extLst>
          </p:nvPr>
        </p:nvGraphicFramePr>
        <p:xfrm>
          <a:off x="3600880" y="2835703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4" name="Equation" r:id="rId30" imgW="507960" imgH="241200" progId="Equation.DSMT4">
                  <p:embed/>
                </p:oleObj>
              </mc:Choice>
              <mc:Fallback>
                <p:oleObj name="Equation" r:id="rId30" imgW="507960" imgH="241200" progId="Equation.DSMT4">
                  <p:embed/>
                  <p:pic>
                    <p:nvPicPr>
                      <p:cNvPr id="105" name="对象 104">
                        <a:extLst>
                          <a:ext uri="{FF2B5EF4-FFF2-40B4-BE49-F238E27FC236}">
                            <a16:creationId xmlns:a16="http://schemas.microsoft.com/office/drawing/2014/main" id="{BE72BFFC-CC97-47F9-8353-125F42F390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600880" y="2835703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矩形 106">
            <a:extLst>
              <a:ext uri="{FF2B5EF4-FFF2-40B4-BE49-F238E27FC236}">
                <a16:creationId xmlns:a16="http://schemas.microsoft.com/office/drawing/2014/main" id="{3F0B9F40-BA1F-4195-A308-2CC2A687E25D}"/>
              </a:ext>
            </a:extLst>
          </p:cNvPr>
          <p:cNvSpPr/>
          <p:nvPr/>
        </p:nvSpPr>
        <p:spPr>
          <a:xfrm>
            <a:off x="3433581" y="374736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6FD03BC0-2996-4317-A659-CB3FD59A7D7B}"/>
              </a:ext>
            </a:extLst>
          </p:cNvPr>
          <p:cNvSpPr/>
          <p:nvPr/>
        </p:nvSpPr>
        <p:spPr>
          <a:xfrm>
            <a:off x="1424094" y="681567"/>
            <a:ext cx="4287520" cy="16425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05D10C9F-5B80-49AE-B113-0BB2B866D8D4}"/>
              </a:ext>
            </a:extLst>
          </p:cNvPr>
          <p:cNvCxnSpPr>
            <a:cxnSpLocks/>
          </p:cNvCxnSpPr>
          <p:nvPr/>
        </p:nvCxnSpPr>
        <p:spPr>
          <a:xfrm>
            <a:off x="2745757" y="2342261"/>
            <a:ext cx="1" cy="3650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F5EE9000-AAF4-4ED7-8638-E95EE1F8F8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479527"/>
              </p:ext>
            </p:extLst>
          </p:nvPr>
        </p:nvGraphicFramePr>
        <p:xfrm>
          <a:off x="2826495" y="2425489"/>
          <a:ext cx="812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5" name="Equation" r:id="rId32" imgW="812520" imgH="203040" progId="Equation.DSMT4">
                  <p:embed/>
                </p:oleObj>
              </mc:Choice>
              <mc:Fallback>
                <p:oleObj name="Equation" r:id="rId32" imgW="812520" imgH="20304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F5EE9000-AAF4-4ED7-8638-E95EE1F8F8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826495" y="2425489"/>
                        <a:ext cx="812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矩形 114">
            <a:extLst>
              <a:ext uri="{FF2B5EF4-FFF2-40B4-BE49-F238E27FC236}">
                <a16:creationId xmlns:a16="http://schemas.microsoft.com/office/drawing/2014/main" id="{AD16ADB7-8FDB-4832-BF12-62055B545848}"/>
              </a:ext>
            </a:extLst>
          </p:cNvPr>
          <p:cNvSpPr/>
          <p:nvPr/>
        </p:nvSpPr>
        <p:spPr>
          <a:xfrm>
            <a:off x="1424094" y="2696568"/>
            <a:ext cx="4287520" cy="13335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1EFC13B-6C09-46E0-A4E3-BC962072EC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415241"/>
              </p:ext>
            </p:extLst>
          </p:nvPr>
        </p:nvGraphicFramePr>
        <p:xfrm>
          <a:off x="4071938" y="1423988"/>
          <a:ext cx="180976" cy="126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6" name="Equation" r:id="rId34" imgW="291960" imgH="203040" progId="Equation.DSMT4">
                  <p:embed/>
                </p:oleObj>
              </mc:Choice>
              <mc:Fallback>
                <p:oleObj name="Equation" r:id="rId34" imgW="291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071938" y="1423988"/>
                        <a:ext cx="180976" cy="126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88496AF5-D283-4CD8-A4E6-59235372EBDF}"/>
              </a:ext>
            </a:extLst>
          </p:cNvPr>
          <p:cNvCxnSpPr>
            <a:cxnSpLocks/>
          </p:cNvCxnSpPr>
          <p:nvPr/>
        </p:nvCxnSpPr>
        <p:spPr>
          <a:xfrm>
            <a:off x="4055624" y="1404713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>
            <a:extLst>
              <a:ext uri="{FF2B5EF4-FFF2-40B4-BE49-F238E27FC236}">
                <a16:creationId xmlns:a16="http://schemas.microsoft.com/office/drawing/2014/main" id="{5F66124B-8CCD-4271-B41F-491EF0C13E16}"/>
              </a:ext>
            </a:extLst>
          </p:cNvPr>
          <p:cNvSpPr/>
          <p:nvPr/>
        </p:nvSpPr>
        <p:spPr>
          <a:xfrm>
            <a:off x="3833504" y="1567314"/>
            <a:ext cx="452832" cy="13607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8" name="对象 117">
            <a:extLst>
              <a:ext uri="{FF2B5EF4-FFF2-40B4-BE49-F238E27FC236}">
                <a16:creationId xmlns:a16="http://schemas.microsoft.com/office/drawing/2014/main" id="{927691F7-96C7-432D-A292-0DC0F9D7C3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033063"/>
              </p:ext>
            </p:extLst>
          </p:nvPr>
        </p:nvGraphicFramePr>
        <p:xfrm>
          <a:off x="3837545" y="1567812"/>
          <a:ext cx="452300" cy="132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7" name="Equation" r:id="rId36" imgW="914400" imgH="266400" progId="Equation.DSMT4">
                  <p:embed/>
                </p:oleObj>
              </mc:Choice>
              <mc:Fallback>
                <p:oleObj name="Equation" r:id="rId36" imgW="914400" imgH="2664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31CF530-AB63-4376-BCDF-69A35652E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837545" y="1567812"/>
                        <a:ext cx="452300" cy="132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矩形 118">
            <a:extLst>
              <a:ext uri="{FF2B5EF4-FFF2-40B4-BE49-F238E27FC236}">
                <a16:creationId xmlns:a16="http://schemas.microsoft.com/office/drawing/2014/main" id="{17232076-80B1-42BE-941D-FDAF801A5C6A}"/>
              </a:ext>
            </a:extLst>
          </p:cNvPr>
          <p:cNvSpPr/>
          <p:nvPr/>
        </p:nvSpPr>
        <p:spPr>
          <a:xfrm>
            <a:off x="3833505" y="1773200"/>
            <a:ext cx="449624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21CEC6E3-9D05-4CF1-B73E-188B15889EB9}"/>
              </a:ext>
            </a:extLst>
          </p:cNvPr>
          <p:cNvCxnSpPr>
            <a:cxnSpLocks/>
          </p:cNvCxnSpPr>
          <p:nvPr/>
        </p:nvCxnSpPr>
        <p:spPr>
          <a:xfrm flipV="1">
            <a:off x="4062771" y="1907481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8277F2F-2CC3-4D7E-A857-0593127601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461294"/>
              </p:ext>
            </p:extLst>
          </p:nvPr>
        </p:nvGraphicFramePr>
        <p:xfrm>
          <a:off x="3840216" y="1767278"/>
          <a:ext cx="442913" cy="13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8" name="Equation" r:id="rId38" imgW="850680" imgH="253800" progId="Equation.DSMT4">
                  <p:embed/>
                </p:oleObj>
              </mc:Choice>
              <mc:Fallback>
                <p:oleObj name="Equation" r:id="rId38" imgW="850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3840216" y="1767278"/>
                        <a:ext cx="442913" cy="133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E5781D70-E215-4810-AC96-542333EF6DF2}"/>
              </a:ext>
            </a:extLst>
          </p:cNvPr>
          <p:cNvCxnSpPr>
            <a:cxnSpLocks/>
          </p:cNvCxnSpPr>
          <p:nvPr/>
        </p:nvCxnSpPr>
        <p:spPr>
          <a:xfrm>
            <a:off x="3040461" y="1406422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9F0C2B65-9646-4358-8B9B-63B691EA2929}"/>
              </a:ext>
            </a:extLst>
          </p:cNvPr>
          <p:cNvSpPr/>
          <p:nvPr/>
        </p:nvSpPr>
        <p:spPr>
          <a:xfrm>
            <a:off x="2745757" y="1566297"/>
            <a:ext cx="611803" cy="137091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A6F5B167-7AFC-4894-B39C-E7082D8318C8}"/>
              </a:ext>
            </a:extLst>
          </p:cNvPr>
          <p:cNvSpPr/>
          <p:nvPr/>
        </p:nvSpPr>
        <p:spPr>
          <a:xfrm>
            <a:off x="2745757" y="1772099"/>
            <a:ext cx="611800" cy="13709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D1419F08-6DC3-466C-AAEE-5EB8DDD7DFB9}"/>
              </a:ext>
            </a:extLst>
          </p:cNvPr>
          <p:cNvCxnSpPr>
            <a:cxnSpLocks/>
          </p:cNvCxnSpPr>
          <p:nvPr/>
        </p:nvCxnSpPr>
        <p:spPr>
          <a:xfrm flipV="1">
            <a:off x="3047608" y="1909190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226EE1A8-0B9D-4D80-BD49-2E82CC61A6A1}"/>
              </a:ext>
            </a:extLst>
          </p:cNvPr>
          <p:cNvCxnSpPr>
            <a:cxnSpLocks/>
          </p:cNvCxnSpPr>
          <p:nvPr/>
        </p:nvCxnSpPr>
        <p:spPr>
          <a:xfrm>
            <a:off x="4478700" y="1398057"/>
            <a:ext cx="0" cy="6687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2D39420F-552A-4B44-8A7D-9B8B2D75FAE2}"/>
              </a:ext>
            </a:extLst>
          </p:cNvPr>
          <p:cNvCxnSpPr>
            <a:cxnSpLocks/>
          </p:cNvCxnSpPr>
          <p:nvPr/>
        </p:nvCxnSpPr>
        <p:spPr>
          <a:xfrm>
            <a:off x="4727759" y="1398057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97F7B656-3BC9-4EB1-B3A8-CBFF6C573D84}"/>
              </a:ext>
            </a:extLst>
          </p:cNvPr>
          <p:cNvCxnSpPr>
            <a:cxnSpLocks/>
          </p:cNvCxnSpPr>
          <p:nvPr/>
        </p:nvCxnSpPr>
        <p:spPr>
          <a:xfrm>
            <a:off x="5134117" y="1404713"/>
            <a:ext cx="0" cy="6687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3F4B5723-1F5E-415A-B73F-25B124FA0068}"/>
              </a:ext>
            </a:extLst>
          </p:cNvPr>
          <p:cNvCxnSpPr>
            <a:cxnSpLocks/>
          </p:cNvCxnSpPr>
          <p:nvPr/>
        </p:nvCxnSpPr>
        <p:spPr>
          <a:xfrm>
            <a:off x="5383176" y="1404713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08F9D39E-1D93-43E2-9938-B07651E07D18}"/>
              </a:ext>
            </a:extLst>
          </p:cNvPr>
          <p:cNvCxnSpPr>
            <a:cxnSpLocks/>
          </p:cNvCxnSpPr>
          <p:nvPr/>
        </p:nvCxnSpPr>
        <p:spPr>
          <a:xfrm flipV="1">
            <a:off x="5390323" y="1907481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50615CC7-6230-4093-82BF-28D63A066C94}"/>
              </a:ext>
            </a:extLst>
          </p:cNvPr>
          <p:cNvSpPr/>
          <p:nvPr/>
        </p:nvSpPr>
        <p:spPr>
          <a:xfrm>
            <a:off x="4508234" y="1772471"/>
            <a:ext cx="447030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9" name="对象 148">
            <a:extLst>
              <a:ext uri="{FF2B5EF4-FFF2-40B4-BE49-F238E27FC236}">
                <a16:creationId xmlns:a16="http://schemas.microsoft.com/office/drawing/2014/main" id="{1BAD3CE4-25A4-4378-BC4D-1C729E3371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846903"/>
              </p:ext>
            </p:extLst>
          </p:nvPr>
        </p:nvGraphicFramePr>
        <p:xfrm>
          <a:off x="4516030" y="1764992"/>
          <a:ext cx="440298" cy="13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9" name="Equation" r:id="rId40" imgW="850680" imgH="253800" progId="Equation.DSMT4">
                  <p:embed/>
                </p:oleObj>
              </mc:Choice>
              <mc:Fallback>
                <p:oleObj name="Equation" r:id="rId40" imgW="850680" imgH="2538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8277F2F-2CC3-4D7E-A857-059312760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516030" y="1764992"/>
                        <a:ext cx="440298" cy="13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EB650808-F698-440D-800B-79CCE4FBA46A}"/>
              </a:ext>
            </a:extLst>
          </p:cNvPr>
          <p:cNvCxnSpPr>
            <a:cxnSpLocks/>
          </p:cNvCxnSpPr>
          <p:nvPr/>
        </p:nvCxnSpPr>
        <p:spPr>
          <a:xfrm flipV="1">
            <a:off x="4734906" y="1900825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>
            <a:extLst>
              <a:ext uri="{FF2B5EF4-FFF2-40B4-BE49-F238E27FC236}">
                <a16:creationId xmlns:a16="http://schemas.microsoft.com/office/drawing/2014/main" id="{F7B5B93F-D42C-465C-B37A-20AC54417BC7}"/>
              </a:ext>
            </a:extLst>
          </p:cNvPr>
          <p:cNvSpPr/>
          <p:nvPr/>
        </p:nvSpPr>
        <p:spPr>
          <a:xfrm>
            <a:off x="5169829" y="1773582"/>
            <a:ext cx="453994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1" name="对象 150">
            <a:extLst>
              <a:ext uri="{FF2B5EF4-FFF2-40B4-BE49-F238E27FC236}">
                <a16:creationId xmlns:a16="http://schemas.microsoft.com/office/drawing/2014/main" id="{B5865BDE-92F1-4802-91F4-63EC2B3E18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15433"/>
              </p:ext>
            </p:extLst>
          </p:nvPr>
        </p:nvGraphicFramePr>
        <p:xfrm>
          <a:off x="5185614" y="1772272"/>
          <a:ext cx="423862" cy="126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0" name="Equation" r:id="rId42" imgW="850680" imgH="253800" progId="Equation.DSMT4">
                  <p:embed/>
                </p:oleObj>
              </mc:Choice>
              <mc:Fallback>
                <p:oleObj name="Equation" r:id="rId42" imgW="850680" imgH="2538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8277F2F-2CC3-4D7E-A857-059312760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185614" y="1772272"/>
                        <a:ext cx="423862" cy="126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C1A583B9-3C16-4DE3-9212-D2DBA2527B92}"/>
              </a:ext>
            </a:extLst>
          </p:cNvPr>
          <p:cNvCxnSpPr>
            <a:cxnSpLocks/>
          </p:cNvCxnSpPr>
          <p:nvPr/>
        </p:nvCxnSpPr>
        <p:spPr>
          <a:xfrm>
            <a:off x="1935936" y="3079003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矩形 154">
            <a:extLst>
              <a:ext uri="{FF2B5EF4-FFF2-40B4-BE49-F238E27FC236}">
                <a16:creationId xmlns:a16="http://schemas.microsoft.com/office/drawing/2014/main" id="{D3A6456D-99C4-40EA-BC4D-2835EE43584C}"/>
              </a:ext>
            </a:extLst>
          </p:cNvPr>
          <p:cNvSpPr/>
          <p:nvPr/>
        </p:nvSpPr>
        <p:spPr>
          <a:xfrm>
            <a:off x="1677927" y="3253389"/>
            <a:ext cx="654999" cy="13912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6" name="对象 155">
            <a:extLst>
              <a:ext uri="{FF2B5EF4-FFF2-40B4-BE49-F238E27FC236}">
                <a16:creationId xmlns:a16="http://schemas.microsoft.com/office/drawing/2014/main" id="{BC8F991E-0229-4F7C-9635-D1658E234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282156"/>
              </p:ext>
            </p:extLst>
          </p:nvPr>
        </p:nvGraphicFramePr>
        <p:xfrm>
          <a:off x="1771027" y="3247035"/>
          <a:ext cx="471334" cy="148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1" name="Equation" r:id="rId44" imgW="812520" imgH="253800" progId="Equation.DSMT4">
                  <p:embed/>
                </p:oleObj>
              </mc:Choice>
              <mc:Fallback>
                <p:oleObj name="Equation" r:id="rId44" imgW="812520" imgH="253800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927691F7-96C7-432D-A292-0DC0F9D7C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771027" y="3247035"/>
                        <a:ext cx="471334" cy="1482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43095500-B135-4BF5-8CAE-1739C6E01CF4}"/>
              </a:ext>
            </a:extLst>
          </p:cNvPr>
          <p:cNvCxnSpPr>
            <a:cxnSpLocks/>
          </p:cNvCxnSpPr>
          <p:nvPr/>
        </p:nvCxnSpPr>
        <p:spPr>
          <a:xfrm flipV="1">
            <a:off x="1929278" y="3581688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F2C246F2-D495-41B0-814F-174E8ACE53DE}"/>
              </a:ext>
            </a:extLst>
          </p:cNvPr>
          <p:cNvCxnSpPr>
            <a:cxnSpLocks/>
          </p:cNvCxnSpPr>
          <p:nvPr/>
        </p:nvCxnSpPr>
        <p:spPr>
          <a:xfrm>
            <a:off x="2563541" y="3077315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DDDB473A-FE85-4395-852F-113FFF1EE1A6}"/>
              </a:ext>
            </a:extLst>
          </p:cNvPr>
          <p:cNvCxnSpPr>
            <a:cxnSpLocks/>
          </p:cNvCxnSpPr>
          <p:nvPr/>
        </p:nvCxnSpPr>
        <p:spPr>
          <a:xfrm>
            <a:off x="2820237" y="3071607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44BB3DAE-92C4-4380-8800-6CEB13B89C6D}"/>
              </a:ext>
            </a:extLst>
          </p:cNvPr>
          <p:cNvCxnSpPr>
            <a:cxnSpLocks/>
          </p:cNvCxnSpPr>
          <p:nvPr/>
        </p:nvCxnSpPr>
        <p:spPr>
          <a:xfrm flipV="1">
            <a:off x="2827384" y="3574375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1" name="对象 170">
            <a:extLst>
              <a:ext uri="{FF2B5EF4-FFF2-40B4-BE49-F238E27FC236}">
                <a16:creationId xmlns:a16="http://schemas.microsoft.com/office/drawing/2014/main" id="{39AD589D-8E4A-48A7-B47E-E12E314A40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731481"/>
              </p:ext>
            </p:extLst>
          </p:nvPr>
        </p:nvGraphicFramePr>
        <p:xfrm>
          <a:off x="2860271" y="3607890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2" name="Equation" r:id="rId46" imgW="152347" imgH="108027" progId="Equation.DSMT4">
                  <p:embed/>
                </p:oleObj>
              </mc:Choice>
              <mc:Fallback>
                <p:oleObj name="Equation" r:id="rId46" imgW="152347" imgH="108027" progId="Equation.DSMT4">
                  <p:embed/>
                  <p:pic>
                    <p:nvPicPr>
                      <p:cNvPr id="159" name="对象 158">
                        <a:extLst>
                          <a:ext uri="{FF2B5EF4-FFF2-40B4-BE49-F238E27FC236}">
                            <a16:creationId xmlns:a16="http://schemas.microsoft.com/office/drawing/2014/main" id="{E272C53C-8F93-4A05-86BB-40C7706AD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2860271" y="3607890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64B83DD4-9BCB-4171-A450-406DF20E2EC1}"/>
              </a:ext>
            </a:extLst>
          </p:cNvPr>
          <p:cNvCxnSpPr>
            <a:cxnSpLocks/>
          </p:cNvCxnSpPr>
          <p:nvPr/>
        </p:nvCxnSpPr>
        <p:spPr>
          <a:xfrm>
            <a:off x="3545556" y="3081038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3764F319-0454-432F-8351-C28AF974563D}"/>
              </a:ext>
            </a:extLst>
          </p:cNvPr>
          <p:cNvCxnSpPr>
            <a:cxnSpLocks/>
          </p:cNvCxnSpPr>
          <p:nvPr/>
        </p:nvCxnSpPr>
        <p:spPr>
          <a:xfrm>
            <a:off x="3802252" y="3075330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A5F4B0FC-C715-4011-9C84-A174532D5BCE}"/>
              </a:ext>
            </a:extLst>
          </p:cNvPr>
          <p:cNvCxnSpPr>
            <a:cxnSpLocks/>
          </p:cNvCxnSpPr>
          <p:nvPr/>
        </p:nvCxnSpPr>
        <p:spPr>
          <a:xfrm flipV="1">
            <a:off x="3809399" y="3578098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3" name="对象 182">
            <a:extLst>
              <a:ext uri="{FF2B5EF4-FFF2-40B4-BE49-F238E27FC236}">
                <a16:creationId xmlns:a16="http://schemas.microsoft.com/office/drawing/2014/main" id="{212FD645-F660-4687-8C12-CCAE800518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752620"/>
              </p:ext>
            </p:extLst>
          </p:nvPr>
        </p:nvGraphicFramePr>
        <p:xfrm>
          <a:off x="3842286" y="3611613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3" name="Equation" r:id="rId48" imgW="152347" imgH="108027" progId="Equation.DSMT4">
                  <p:embed/>
                </p:oleObj>
              </mc:Choice>
              <mc:Fallback>
                <p:oleObj name="Equation" r:id="rId48" imgW="152347" imgH="108027" progId="Equation.DSMT4">
                  <p:embed/>
                  <p:pic>
                    <p:nvPicPr>
                      <p:cNvPr id="159" name="对象 158">
                        <a:extLst>
                          <a:ext uri="{FF2B5EF4-FFF2-40B4-BE49-F238E27FC236}">
                            <a16:creationId xmlns:a16="http://schemas.microsoft.com/office/drawing/2014/main" id="{E272C53C-8F93-4A05-86BB-40C7706AD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3842286" y="3611613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667569D6-94E3-435A-9E29-006D7690AFA7}"/>
              </a:ext>
            </a:extLst>
          </p:cNvPr>
          <p:cNvCxnSpPr>
            <a:cxnSpLocks/>
          </p:cNvCxnSpPr>
          <p:nvPr/>
        </p:nvCxnSpPr>
        <p:spPr>
          <a:xfrm>
            <a:off x="4893127" y="3083145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2F6136BE-DE7C-4F3E-9127-E8D9CB760621}"/>
              </a:ext>
            </a:extLst>
          </p:cNvPr>
          <p:cNvCxnSpPr>
            <a:cxnSpLocks/>
          </p:cNvCxnSpPr>
          <p:nvPr/>
        </p:nvCxnSpPr>
        <p:spPr>
          <a:xfrm>
            <a:off x="5149823" y="3077437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BFAA0BD8-5A3E-408F-9848-0DA023472B6E}"/>
              </a:ext>
            </a:extLst>
          </p:cNvPr>
          <p:cNvCxnSpPr>
            <a:cxnSpLocks/>
          </p:cNvCxnSpPr>
          <p:nvPr/>
        </p:nvCxnSpPr>
        <p:spPr>
          <a:xfrm flipV="1">
            <a:off x="5156970" y="3580205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5" name="对象 194">
            <a:extLst>
              <a:ext uri="{FF2B5EF4-FFF2-40B4-BE49-F238E27FC236}">
                <a16:creationId xmlns:a16="http://schemas.microsoft.com/office/drawing/2014/main" id="{CE731F5D-25C5-42B2-B0AF-6338CC65B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21998"/>
              </p:ext>
            </p:extLst>
          </p:nvPr>
        </p:nvGraphicFramePr>
        <p:xfrm>
          <a:off x="5189857" y="3613720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4" name="Equation" r:id="rId49" imgW="152347" imgH="108027" progId="Equation.DSMT4">
                  <p:embed/>
                </p:oleObj>
              </mc:Choice>
              <mc:Fallback>
                <p:oleObj name="Equation" r:id="rId49" imgW="152347" imgH="108027" progId="Equation.DSMT4">
                  <p:embed/>
                  <p:pic>
                    <p:nvPicPr>
                      <p:cNvPr id="159" name="对象 158">
                        <a:extLst>
                          <a:ext uri="{FF2B5EF4-FFF2-40B4-BE49-F238E27FC236}">
                            <a16:creationId xmlns:a16="http://schemas.microsoft.com/office/drawing/2014/main" id="{E272C53C-8F93-4A05-86BB-40C7706AD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5189857" y="3613720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" name="椭圆 196">
            <a:extLst>
              <a:ext uri="{FF2B5EF4-FFF2-40B4-BE49-F238E27FC236}">
                <a16:creationId xmlns:a16="http://schemas.microsoft.com/office/drawing/2014/main" id="{B1022AFE-F76E-43AD-88B0-475600C6686B}"/>
              </a:ext>
            </a:extLst>
          </p:cNvPr>
          <p:cNvSpPr/>
          <p:nvPr/>
        </p:nvSpPr>
        <p:spPr>
          <a:xfrm>
            <a:off x="4699197" y="327193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3DB32315-BFDF-49DB-A842-818023E6A99B}"/>
              </a:ext>
            </a:extLst>
          </p:cNvPr>
          <p:cNvSpPr/>
          <p:nvPr/>
        </p:nvSpPr>
        <p:spPr>
          <a:xfrm>
            <a:off x="4697983" y="347188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F9BD69-99AA-44F6-A37B-10681288FEE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431" y="713846"/>
            <a:ext cx="4770244" cy="3067085"/>
          </a:xfrm>
          <a:prstGeom prst="rect">
            <a:avLst/>
          </a:prstGeom>
        </p:spPr>
      </p:pic>
      <p:graphicFrame>
        <p:nvGraphicFramePr>
          <p:cNvPr id="144" name="对象 143">
            <a:extLst>
              <a:ext uri="{FF2B5EF4-FFF2-40B4-BE49-F238E27FC236}">
                <a16:creationId xmlns:a16="http://schemas.microsoft.com/office/drawing/2014/main" id="{DF241B89-EE94-448D-8D59-A29FEC7ADA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818123"/>
              </p:ext>
            </p:extLst>
          </p:nvPr>
        </p:nvGraphicFramePr>
        <p:xfrm>
          <a:off x="1711796" y="2425925"/>
          <a:ext cx="977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5" name="Equation" r:id="rId51" imgW="977760" imgH="203040" progId="Equation.DSMT4">
                  <p:embed/>
                </p:oleObj>
              </mc:Choice>
              <mc:Fallback>
                <p:oleObj name="Equation" r:id="rId51" imgW="977760" imgH="20304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0CFE7DC2-E58C-4398-B497-83F276287F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711796" y="2425925"/>
                        <a:ext cx="977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8EA03AC-42AD-4F44-A954-96106D8FE9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95326"/>
              </p:ext>
            </p:extLst>
          </p:nvPr>
        </p:nvGraphicFramePr>
        <p:xfrm>
          <a:off x="3799402" y="1366187"/>
          <a:ext cx="166759" cy="200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6" name="Equation" r:id="rId53" imgW="190646" imgH="228813" progId="Equation.DSMT4">
                  <p:embed/>
                </p:oleObj>
              </mc:Choice>
              <mc:Fallback>
                <p:oleObj name="Equation" r:id="rId53" imgW="190646" imgH="22881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799402" y="1366187"/>
                        <a:ext cx="166759" cy="200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8684CDDA-880D-4707-9DDA-C62682DF82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598126"/>
              </p:ext>
            </p:extLst>
          </p:nvPr>
        </p:nvGraphicFramePr>
        <p:xfrm>
          <a:off x="4482576" y="1372048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7" name="Equation" r:id="rId55" imgW="171497" imgH="203295" progId="Equation.DSMT4">
                  <p:embed/>
                </p:oleObj>
              </mc:Choice>
              <mc:Fallback>
                <p:oleObj name="Equation" r:id="rId55" imgW="171497" imgH="2032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4482576" y="1372048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0DB32FD-5875-481E-A3FB-8C2F582D86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772218"/>
              </p:ext>
            </p:extLst>
          </p:nvPr>
        </p:nvGraphicFramePr>
        <p:xfrm>
          <a:off x="5129837" y="1371198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8" name="Equation" r:id="rId57" imgW="171497" imgH="203295" progId="Equation.DSMT4">
                  <p:embed/>
                </p:oleObj>
              </mc:Choice>
              <mc:Fallback>
                <p:oleObj name="Equation" r:id="rId57" imgW="171497" imgH="2032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5129837" y="1371198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35A29FBC-47F6-4E94-B109-E5D2A9510B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359683"/>
              </p:ext>
            </p:extLst>
          </p:nvPr>
        </p:nvGraphicFramePr>
        <p:xfrm>
          <a:off x="4757864" y="1430278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9" name="Equation" r:id="rId59" imgW="184263" imgH="127165" progId="Equation.DSMT4">
                  <p:embed/>
                </p:oleObj>
              </mc:Choice>
              <mc:Fallback>
                <p:oleObj name="Equation" r:id="rId59" imgW="184263" imgH="1271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757864" y="1430278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BB00DAF7-146A-4090-8157-DA275C54C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563045"/>
              </p:ext>
            </p:extLst>
          </p:nvPr>
        </p:nvGraphicFramePr>
        <p:xfrm>
          <a:off x="5414091" y="1431264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0" name="Equation" r:id="rId61" imgW="184263" imgH="127165" progId="Equation.DSMT4">
                  <p:embed/>
                </p:oleObj>
              </mc:Choice>
              <mc:Fallback>
                <p:oleObj name="Equation" r:id="rId61" imgW="184263" imgH="1271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5414091" y="1431264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" name="对象 151">
            <a:extLst>
              <a:ext uri="{FF2B5EF4-FFF2-40B4-BE49-F238E27FC236}">
                <a16:creationId xmlns:a16="http://schemas.microsoft.com/office/drawing/2014/main" id="{DF85F1B4-C0EF-4FDC-81D5-84F42673A9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793718"/>
              </p:ext>
            </p:extLst>
          </p:nvPr>
        </p:nvGraphicFramePr>
        <p:xfrm>
          <a:off x="4081067" y="1934423"/>
          <a:ext cx="180976" cy="126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1" name="Equation" r:id="rId34" imgW="291960" imgH="203040" progId="Equation.DSMT4">
                  <p:embed/>
                </p:oleObj>
              </mc:Choice>
              <mc:Fallback>
                <p:oleObj name="Equation" r:id="rId34" imgW="29196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1EFC13B-6C09-46E0-A4E3-BC962072EC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081067" y="1934423"/>
                        <a:ext cx="180976" cy="126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" name="对象 201">
            <a:extLst>
              <a:ext uri="{FF2B5EF4-FFF2-40B4-BE49-F238E27FC236}">
                <a16:creationId xmlns:a16="http://schemas.microsoft.com/office/drawing/2014/main" id="{59D7A291-72AA-4441-B8AE-876A3ED881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181941"/>
              </p:ext>
            </p:extLst>
          </p:nvPr>
        </p:nvGraphicFramePr>
        <p:xfrm>
          <a:off x="4759713" y="1926931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2" name="Equation" r:id="rId63" imgW="184263" imgH="127165" progId="Equation.DSMT4">
                  <p:embed/>
                </p:oleObj>
              </mc:Choice>
              <mc:Fallback>
                <p:oleObj name="Equation" r:id="rId63" imgW="184263" imgH="127165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35A29FBC-47F6-4E94-B109-E5D2A9510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759713" y="1926931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" name="对象 202">
            <a:extLst>
              <a:ext uri="{FF2B5EF4-FFF2-40B4-BE49-F238E27FC236}">
                <a16:creationId xmlns:a16="http://schemas.microsoft.com/office/drawing/2014/main" id="{C32741B4-BDA2-4147-B247-EF8248399E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292667"/>
              </p:ext>
            </p:extLst>
          </p:nvPr>
        </p:nvGraphicFramePr>
        <p:xfrm>
          <a:off x="5425326" y="1937581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3" name="Equation" r:id="rId64" imgW="184263" imgH="127165" progId="Equation.DSMT4">
                  <p:embed/>
                </p:oleObj>
              </mc:Choice>
              <mc:Fallback>
                <p:oleObj name="Equation" r:id="rId64" imgW="184263" imgH="127165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BB00DAF7-146A-4090-8157-DA275C54C9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5425326" y="1937581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矩形 203">
            <a:extLst>
              <a:ext uri="{FF2B5EF4-FFF2-40B4-BE49-F238E27FC236}">
                <a16:creationId xmlns:a16="http://schemas.microsoft.com/office/drawing/2014/main" id="{82F1EA4F-6489-4782-8A91-7BB34AAE65AE}"/>
              </a:ext>
            </a:extLst>
          </p:cNvPr>
          <p:cNvSpPr/>
          <p:nvPr/>
        </p:nvSpPr>
        <p:spPr>
          <a:xfrm>
            <a:off x="4504765" y="1569763"/>
            <a:ext cx="452832" cy="13607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5" name="对象 204">
            <a:extLst>
              <a:ext uri="{FF2B5EF4-FFF2-40B4-BE49-F238E27FC236}">
                <a16:creationId xmlns:a16="http://schemas.microsoft.com/office/drawing/2014/main" id="{B7C6625E-13D8-471B-8C86-2501C9C7AF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741277"/>
              </p:ext>
            </p:extLst>
          </p:nvPr>
        </p:nvGraphicFramePr>
        <p:xfrm>
          <a:off x="4505325" y="1570038"/>
          <a:ext cx="458788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4" name="Equation" r:id="rId65" imgW="927000" imgH="266400" progId="Equation.DSMT4">
                  <p:embed/>
                </p:oleObj>
              </mc:Choice>
              <mc:Fallback>
                <p:oleObj name="Equation" r:id="rId65" imgW="927000" imgH="266400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927691F7-96C7-432D-A292-0DC0F9D7C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4505325" y="1570038"/>
                        <a:ext cx="458788" cy="13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" name="矩形 205">
            <a:extLst>
              <a:ext uri="{FF2B5EF4-FFF2-40B4-BE49-F238E27FC236}">
                <a16:creationId xmlns:a16="http://schemas.microsoft.com/office/drawing/2014/main" id="{782537B1-C3E1-449A-A02A-D76BEFEB0FC4}"/>
              </a:ext>
            </a:extLst>
          </p:cNvPr>
          <p:cNvSpPr/>
          <p:nvPr/>
        </p:nvSpPr>
        <p:spPr>
          <a:xfrm>
            <a:off x="5171815" y="1569763"/>
            <a:ext cx="452832" cy="13607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7" name="对象 206">
            <a:extLst>
              <a:ext uri="{FF2B5EF4-FFF2-40B4-BE49-F238E27FC236}">
                <a16:creationId xmlns:a16="http://schemas.microsoft.com/office/drawing/2014/main" id="{FEA10930-0776-4141-9715-7C697D1929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283810"/>
              </p:ext>
            </p:extLst>
          </p:nvPr>
        </p:nvGraphicFramePr>
        <p:xfrm>
          <a:off x="5172075" y="1570038"/>
          <a:ext cx="458788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5" name="Equation" r:id="rId67" imgW="927000" imgH="266400" progId="Equation.DSMT4">
                  <p:embed/>
                </p:oleObj>
              </mc:Choice>
              <mc:Fallback>
                <p:oleObj name="Equation" r:id="rId67" imgW="927000" imgH="266400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927691F7-96C7-432D-A292-0DC0F9D7C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5172075" y="1570038"/>
                        <a:ext cx="458788" cy="13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B964520C-9CEC-42BC-A1DD-FE5DE7E84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844806"/>
              </p:ext>
            </p:extLst>
          </p:nvPr>
        </p:nvGraphicFramePr>
        <p:xfrm>
          <a:off x="3078432" y="1442415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6" name="Equation" r:id="rId69" imgW="184263" imgH="127165" progId="Equation.DSMT4">
                  <p:embed/>
                </p:oleObj>
              </mc:Choice>
              <mc:Fallback>
                <p:oleObj name="Equation" r:id="rId69" imgW="184263" imgH="1271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3078432" y="1442415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98E01CA9-52DA-416A-992C-5BB8D7502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169728"/>
              </p:ext>
            </p:extLst>
          </p:nvPr>
        </p:nvGraphicFramePr>
        <p:xfrm>
          <a:off x="3080116" y="1929489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7" name="Equation" r:id="rId70" imgW="184263" imgH="127165" progId="Equation.DSMT4">
                  <p:embed/>
                </p:oleObj>
              </mc:Choice>
              <mc:Fallback>
                <p:oleObj name="Equation" r:id="rId70" imgW="184263" imgH="1271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3080116" y="1929489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B0135D92-A9E4-4219-B0E1-3BCF444BDF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783178"/>
              </p:ext>
            </p:extLst>
          </p:nvPr>
        </p:nvGraphicFramePr>
        <p:xfrm>
          <a:off x="2821181" y="1557021"/>
          <a:ext cx="506862" cy="15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8" name="Equation" r:id="rId71" imgW="850680" imgH="253800" progId="Equation.DSMT4">
                  <p:embed/>
                </p:oleObj>
              </mc:Choice>
              <mc:Fallback>
                <p:oleObj name="Equation" r:id="rId71" imgW="850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2821181" y="1557021"/>
                        <a:ext cx="506862" cy="151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E74CAB61-C103-4619-A093-9C3997315D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71073"/>
              </p:ext>
            </p:extLst>
          </p:nvPr>
        </p:nvGraphicFramePr>
        <p:xfrm>
          <a:off x="2815598" y="1762601"/>
          <a:ext cx="529467" cy="15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9" name="Equation" r:id="rId73" imgW="850680" imgH="253800" progId="Equation.DSMT4">
                  <p:embed/>
                </p:oleObj>
              </mc:Choice>
              <mc:Fallback>
                <p:oleObj name="Equation" r:id="rId73" imgW="850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2815598" y="1762601"/>
                        <a:ext cx="529467" cy="158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C0ACDF08-C391-4549-890E-464DF3E3C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175896"/>
              </p:ext>
            </p:extLst>
          </p:nvPr>
        </p:nvGraphicFramePr>
        <p:xfrm>
          <a:off x="3776918" y="2064115"/>
          <a:ext cx="497498" cy="225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0" name="Equation" r:id="rId75" imgW="533160" imgH="241200" progId="Equation.DSMT4">
                  <p:embed/>
                </p:oleObj>
              </mc:Choice>
              <mc:Fallback>
                <p:oleObj name="Equation" r:id="rId75" imgW="533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3776918" y="2064115"/>
                        <a:ext cx="497498" cy="225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8B1DFD5B-C09E-429F-8C84-10B255556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452731"/>
              </p:ext>
            </p:extLst>
          </p:nvPr>
        </p:nvGraphicFramePr>
        <p:xfrm>
          <a:off x="5098407" y="2051743"/>
          <a:ext cx="49530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1" name="Equation" r:id="rId77" imgW="495340" imgH="222433" progId="Equation.DSMT4">
                  <p:embed/>
                </p:oleObj>
              </mc:Choice>
              <mc:Fallback>
                <p:oleObj name="Equation" r:id="rId77" imgW="495340" imgH="22243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5098407" y="2051743"/>
                        <a:ext cx="495300" cy="222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7C3DE15D-15FD-4E2B-A3A3-535335BEC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030690"/>
              </p:ext>
            </p:extLst>
          </p:nvPr>
        </p:nvGraphicFramePr>
        <p:xfrm>
          <a:off x="4448563" y="2060327"/>
          <a:ext cx="49530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2" name="Equation" r:id="rId79" imgW="495340" imgH="222433" progId="Equation.DSMT4">
                  <p:embed/>
                </p:oleObj>
              </mc:Choice>
              <mc:Fallback>
                <p:oleObj name="Equation" r:id="rId79" imgW="495340" imgH="22243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4448563" y="2060327"/>
                        <a:ext cx="495300" cy="222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97B465DF-A719-48DB-9A3A-72B9477D02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943355"/>
              </p:ext>
            </p:extLst>
          </p:nvPr>
        </p:nvGraphicFramePr>
        <p:xfrm>
          <a:off x="1622853" y="3048741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3" name="Equation" r:id="rId81" imgW="171497" imgH="203295" progId="Equation.DSMT4">
                  <p:embed/>
                </p:oleObj>
              </mc:Choice>
              <mc:Fallback>
                <p:oleObj name="Equation" r:id="rId81" imgW="171497" imgH="2032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622853" y="3048741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D01F452C-CA4D-40E2-950B-317FFE92CB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436122"/>
              </p:ext>
            </p:extLst>
          </p:nvPr>
        </p:nvGraphicFramePr>
        <p:xfrm>
          <a:off x="1976563" y="3115116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4" name="Equation" r:id="rId82" imgW="184263" imgH="127165" progId="Equation.DSMT4">
                  <p:embed/>
                </p:oleObj>
              </mc:Choice>
              <mc:Fallback>
                <p:oleObj name="Equation" r:id="rId82" imgW="184263" imgH="1271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1976563" y="3115116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9D1C62FA-884B-40B4-BC1A-F9CA569489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002540"/>
              </p:ext>
            </p:extLst>
          </p:nvPr>
        </p:nvGraphicFramePr>
        <p:xfrm>
          <a:off x="2868808" y="3115079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5" name="Equation" r:id="rId84" imgW="184263" imgH="127165" progId="Equation.DSMT4">
                  <p:embed/>
                </p:oleObj>
              </mc:Choice>
              <mc:Fallback>
                <p:oleObj name="Equation" r:id="rId84" imgW="184263" imgH="1271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2868808" y="3115079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5D248BBD-7C6D-43FF-AB0E-24F128FC4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245929"/>
              </p:ext>
            </p:extLst>
          </p:nvPr>
        </p:nvGraphicFramePr>
        <p:xfrm>
          <a:off x="3845615" y="3121766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6" name="Equation" r:id="rId86" imgW="184263" imgH="127165" progId="Equation.DSMT4">
                  <p:embed/>
                </p:oleObj>
              </mc:Choice>
              <mc:Fallback>
                <p:oleObj name="Equation" r:id="rId86" imgW="184263" imgH="1271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3845615" y="3121766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46E71FD8-F7E0-46BF-91F8-A81A16DA49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831232"/>
              </p:ext>
            </p:extLst>
          </p:nvPr>
        </p:nvGraphicFramePr>
        <p:xfrm>
          <a:off x="5189174" y="3115504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7" name="Equation" r:id="rId87" imgW="184263" imgH="127165" progId="Equation.DSMT4">
                  <p:embed/>
                </p:oleObj>
              </mc:Choice>
              <mc:Fallback>
                <p:oleObj name="Equation" r:id="rId87" imgW="184263" imgH="1271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5189174" y="3115504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C180C382-9CDF-4732-B953-3660359256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664274"/>
              </p:ext>
            </p:extLst>
          </p:nvPr>
        </p:nvGraphicFramePr>
        <p:xfrm>
          <a:off x="2576426" y="3045566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8" name="Equation" r:id="rId88" imgW="171497" imgH="203295" progId="Equation.DSMT4">
                  <p:embed/>
                </p:oleObj>
              </mc:Choice>
              <mc:Fallback>
                <p:oleObj name="Equation" r:id="rId88" imgW="171497" imgH="2032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2576426" y="3045566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888BAED4-B829-4829-9034-41DA182B4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971441"/>
              </p:ext>
            </p:extLst>
          </p:nvPr>
        </p:nvGraphicFramePr>
        <p:xfrm>
          <a:off x="3566716" y="3052344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39" name="Equation" r:id="rId89" imgW="171497" imgH="203295" progId="Equation.DSMT4">
                  <p:embed/>
                </p:oleObj>
              </mc:Choice>
              <mc:Fallback>
                <p:oleObj name="Equation" r:id="rId89" imgW="171497" imgH="2032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3566716" y="3052344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FE0F2BA6-E865-4964-991B-5FB9F03B84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513820"/>
              </p:ext>
            </p:extLst>
          </p:nvPr>
        </p:nvGraphicFramePr>
        <p:xfrm>
          <a:off x="4906793" y="3057440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0" name="Equation" r:id="rId90" imgW="171497" imgH="203295" progId="Equation.DSMT4">
                  <p:embed/>
                </p:oleObj>
              </mc:Choice>
              <mc:Fallback>
                <p:oleObj name="Equation" r:id="rId90" imgW="171497" imgH="2032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4906793" y="3057440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" name="矩形 209">
            <a:extLst>
              <a:ext uri="{FF2B5EF4-FFF2-40B4-BE49-F238E27FC236}">
                <a16:creationId xmlns:a16="http://schemas.microsoft.com/office/drawing/2014/main" id="{C77A233D-B98D-43CC-8E8C-210E63708449}"/>
              </a:ext>
            </a:extLst>
          </p:cNvPr>
          <p:cNvSpPr/>
          <p:nvPr/>
        </p:nvSpPr>
        <p:spPr>
          <a:xfrm>
            <a:off x="1679468" y="3436210"/>
            <a:ext cx="654999" cy="13912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1" name="对象 210">
            <a:extLst>
              <a:ext uri="{FF2B5EF4-FFF2-40B4-BE49-F238E27FC236}">
                <a16:creationId xmlns:a16="http://schemas.microsoft.com/office/drawing/2014/main" id="{828F6EC7-EB69-459F-A375-0BA15E78F7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196588"/>
              </p:ext>
            </p:extLst>
          </p:nvPr>
        </p:nvGraphicFramePr>
        <p:xfrm>
          <a:off x="1714500" y="3430588"/>
          <a:ext cx="587375" cy="14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1" name="Equation" r:id="rId91" imgW="1015920" imgH="253800" progId="Equation.DSMT4">
                  <p:embed/>
                </p:oleObj>
              </mc:Choice>
              <mc:Fallback>
                <p:oleObj name="Equation" r:id="rId91" imgW="1015920" imgH="253800" progId="Equation.DSMT4">
                  <p:embed/>
                  <p:pic>
                    <p:nvPicPr>
                      <p:cNvPr id="156" name="对象 155">
                        <a:extLst>
                          <a:ext uri="{FF2B5EF4-FFF2-40B4-BE49-F238E27FC236}">
                            <a16:creationId xmlns:a16="http://schemas.microsoft.com/office/drawing/2014/main" id="{BC8F991E-0229-4F7C-9635-D1658E234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2"/>
                      <a:stretch>
                        <a:fillRect/>
                      </a:stretch>
                    </p:blipFill>
                    <p:spPr>
                      <a:xfrm>
                        <a:off x="1714500" y="3430588"/>
                        <a:ext cx="587375" cy="14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DE2C3B5C-0F36-4BAC-95CC-666534FA78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521149"/>
              </p:ext>
            </p:extLst>
          </p:nvPr>
        </p:nvGraphicFramePr>
        <p:xfrm>
          <a:off x="1970489" y="3607928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2" name="Equation" r:id="rId93" imgW="184263" imgH="127165" progId="Equation.DSMT4">
                  <p:embed/>
                </p:oleObj>
              </mc:Choice>
              <mc:Fallback>
                <p:oleObj name="Equation" r:id="rId93" imgW="184263" imgH="12716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1970489" y="3607928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CB401843-3625-4967-88E7-FE0B4474BC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778319"/>
              </p:ext>
            </p:extLst>
          </p:nvPr>
        </p:nvGraphicFramePr>
        <p:xfrm>
          <a:off x="1606550" y="3735388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" name="Equation" r:id="rId94" imgW="698400" imgH="241200" progId="Equation.DSMT4">
                  <p:embed/>
                </p:oleObj>
              </mc:Choice>
              <mc:Fallback>
                <p:oleObj name="Equation" r:id="rId94" imgW="698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5"/>
                      <a:stretch>
                        <a:fillRect/>
                      </a:stretch>
                    </p:blipFill>
                    <p:spPr>
                      <a:xfrm>
                        <a:off x="1606550" y="3735388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84E3CA9A-7452-493D-9C44-D80E7DDFE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115032"/>
              </p:ext>
            </p:extLst>
          </p:nvPr>
        </p:nvGraphicFramePr>
        <p:xfrm>
          <a:off x="2519363" y="3725863"/>
          <a:ext cx="711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4" name="Equation" r:id="rId96" imgW="711000" imgH="241200" progId="Equation.DSMT4">
                  <p:embed/>
                </p:oleObj>
              </mc:Choice>
              <mc:Fallback>
                <p:oleObj name="Equation" r:id="rId96" imgW="711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7"/>
                      <a:stretch>
                        <a:fillRect/>
                      </a:stretch>
                    </p:blipFill>
                    <p:spPr>
                      <a:xfrm>
                        <a:off x="2519363" y="3725863"/>
                        <a:ext cx="711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0B489F8F-DAC7-4EC4-A6F6-38D8FA9BB1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18858"/>
              </p:ext>
            </p:extLst>
          </p:nvPr>
        </p:nvGraphicFramePr>
        <p:xfrm>
          <a:off x="3499280" y="3733921"/>
          <a:ext cx="711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5" name="Equation" r:id="rId98" imgW="711000" imgH="241200" progId="Equation.DSMT4">
                  <p:embed/>
                </p:oleObj>
              </mc:Choice>
              <mc:Fallback>
                <p:oleObj name="Equation" r:id="rId98" imgW="711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9"/>
                      <a:stretch>
                        <a:fillRect/>
                      </a:stretch>
                    </p:blipFill>
                    <p:spPr>
                      <a:xfrm>
                        <a:off x="3499280" y="3733921"/>
                        <a:ext cx="711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C0CABFA3-B08F-41BD-80D5-EA59325B44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943448"/>
              </p:ext>
            </p:extLst>
          </p:nvPr>
        </p:nvGraphicFramePr>
        <p:xfrm>
          <a:off x="4826000" y="3708400"/>
          <a:ext cx="774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6" name="Equation" r:id="rId100" imgW="774360" imgH="266400" progId="Equation.DSMT4">
                  <p:embed/>
                </p:oleObj>
              </mc:Choice>
              <mc:Fallback>
                <p:oleObj name="Equation" r:id="rId100" imgW="7743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1"/>
                      <a:stretch>
                        <a:fillRect/>
                      </a:stretch>
                    </p:blipFill>
                    <p:spPr>
                      <a:xfrm>
                        <a:off x="4826000" y="3708400"/>
                        <a:ext cx="774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" name="矩形 213">
            <a:extLst>
              <a:ext uri="{FF2B5EF4-FFF2-40B4-BE49-F238E27FC236}">
                <a16:creationId xmlns:a16="http://schemas.microsoft.com/office/drawing/2014/main" id="{10C9DFBA-CD99-4760-822D-5F62A7D3F506}"/>
              </a:ext>
            </a:extLst>
          </p:cNvPr>
          <p:cNvSpPr/>
          <p:nvPr/>
        </p:nvSpPr>
        <p:spPr>
          <a:xfrm>
            <a:off x="4952374" y="3256153"/>
            <a:ext cx="654999" cy="13912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5" name="对象 214">
            <a:extLst>
              <a:ext uri="{FF2B5EF4-FFF2-40B4-BE49-F238E27FC236}">
                <a16:creationId xmlns:a16="http://schemas.microsoft.com/office/drawing/2014/main" id="{3F27A1AC-A809-4FA9-A266-5517E8C421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587966"/>
              </p:ext>
            </p:extLst>
          </p:nvPr>
        </p:nvGraphicFramePr>
        <p:xfrm>
          <a:off x="5022850" y="3243263"/>
          <a:ext cx="5175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7" name="Equation" r:id="rId102" imgW="888840" imgH="279360" progId="Equation.DSMT4">
                  <p:embed/>
                </p:oleObj>
              </mc:Choice>
              <mc:Fallback>
                <p:oleObj name="Equation" r:id="rId102" imgW="888840" imgH="279360" progId="Equation.DSMT4">
                  <p:embed/>
                  <p:pic>
                    <p:nvPicPr>
                      <p:cNvPr id="156" name="对象 155">
                        <a:extLst>
                          <a:ext uri="{FF2B5EF4-FFF2-40B4-BE49-F238E27FC236}">
                            <a16:creationId xmlns:a16="http://schemas.microsoft.com/office/drawing/2014/main" id="{BC8F991E-0229-4F7C-9635-D1658E234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3"/>
                      <a:stretch>
                        <a:fillRect/>
                      </a:stretch>
                    </p:blipFill>
                    <p:spPr>
                      <a:xfrm>
                        <a:off x="5022850" y="3243263"/>
                        <a:ext cx="517525" cy="161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" name="矩形 215">
            <a:extLst>
              <a:ext uri="{FF2B5EF4-FFF2-40B4-BE49-F238E27FC236}">
                <a16:creationId xmlns:a16="http://schemas.microsoft.com/office/drawing/2014/main" id="{7A16B9F1-4FFE-4ECF-8BEC-5251205894E2}"/>
              </a:ext>
            </a:extLst>
          </p:cNvPr>
          <p:cNvSpPr/>
          <p:nvPr/>
        </p:nvSpPr>
        <p:spPr>
          <a:xfrm>
            <a:off x="4953915" y="3438974"/>
            <a:ext cx="654999" cy="13912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7" name="对象 216">
            <a:extLst>
              <a:ext uri="{FF2B5EF4-FFF2-40B4-BE49-F238E27FC236}">
                <a16:creationId xmlns:a16="http://schemas.microsoft.com/office/drawing/2014/main" id="{57D789ED-5630-4589-BFB0-EE009F85CD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936498"/>
              </p:ext>
            </p:extLst>
          </p:nvPr>
        </p:nvGraphicFramePr>
        <p:xfrm>
          <a:off x="4973753" y="3424087"/>
          <a:ext cx="633412" cy="16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8" name="Equation" r:id="rId104" imgW="1091880" imgH="279360" progId="Equation.DSMT4">
                  <p:embed/>
                </p:oleObj>
              </mc:Choice>
              <mc:Fallback>
                <p:oleObj name="Equation" r:id="rId104" imgW="1091880" imgH="279360" progId="Equation.DSMT4">
                  <p:embed/>
                  <p:pic>
                    <p:nvPicPr>
                      <p:cNvPr id="211" name="对象 210">
                        <a:extLst>
                          <a:ext uri="{FF2B5EF4-FFF2-40B4-BE49-F238E27FC236}">
                            <a16:creationId xmlns:a16="http://schemas.microsoft.com/office/drawing/2014/main" id="{828F6EC7-EB69-459F-A375-0BA15E78F7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5"/>
                      <a:stretch>
                        <a:fillRect/>
                      </a:stretch>
                    </p:blipFill>
                    <p:spPr>
                      <a:xfrm>
                        <a:off x="4973753" y="3424087"/>
                        <a:ext cx="633412" cy="163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椭圆 217">
            <a:extLst>
              <a:ext uri="{FF2B5EF4-FFF2-40B4-BE49-F238E27FC236}">
                <a16:creationId xmlns:a16="http://schemas.microsoft.com/office/drawing/2014/main" id="{DCDD6468-6B1C-4C25-81C6-D4089C72A981}"/>
              </a:ext>
            </a:extLst>
          </p:cNvPr>
          <p:cNvSpPr/>
          <p:nvPr/>
        </p:nvSpPr>
        <p:spPr>
          <a:xfrm>
            <a:off x="3369941" y="327192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CDC26F51-9F68-4834-BA1E-61EE80DEE12E}"/>
              </a:ext>
            </a:extLst>
          </p:cNvPr>
          <p:cNvSpPr/>
          <p:nvPr/>
        </p:nvSpPr>
        <p:spPr>
          <a:xfrm>
            <a:off x="3371897" y="3467864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9640A700-20CC-4381-9C36-980FC5AFCA50}"/>
              </a:ext>
            </a:extLst>
          </p:cNvPr>
          <p:cNvSpPr/>
          <p:nvPr/>
        </p:nvSpPr>
        <p:spPr>
          <a:xfrm>
            <a:off x="2630231" y="3253375"/>
            <a:ext cx="654999" cy="13912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1" name="对象 220">
            <a:extLst>
              <a:ext uri="{FF2B5EF4-FFF2-40B4-BE49-F238E27FC236}">
                <a16:creationId xmlns:a16="http://schemas.microsoft.com/office/drawing/2014/main" id="{31493F80-9BF2-4C5F-810E-203C7C5C83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013247"/>
              </p:ext>
            </p:extLst>
          </p:nvPr>
        </p:nvGraphicFramePr>
        <p:xfrm>
          <a:off x="2719388" y="3246438"/>
          <a:ext cx="477837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9" name="Equation" r:id="rId106" imgW="825480" imgH="253800" progId="Equation.DSMT4">
                  <p:embed/>
                </p:oleObj>
              </mc:Choice>
              <mc:Fallback>
                <p:oleObj name="Equation" r:id="rId106" imgW="825480" imgH="253800" progId="Equation.DSMT4">
                  <p:embed/>
                  <p:pic>
                    <p:nvPicPr>
                      <p:cNvPr id="215" name="对象 214">
                        <a:extLst>
                          <a:ext uri="{FF2B5EF4-FFF2-40B4-BE49-F238E27FC236}">
                            <a16:creationId xmlns:a16="http://schemas.microsoft.com/office/drawing/2014/main" id="{3F27A1AC-A809-4FA9-A266-5517E8C42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7"/>
                      <a:stretch>
                        <a:fillRect/>
                      </a:stretch>
                    </p:blipFill>
                    <p:spPr>
                      <a:xfrm>
                        <a:off x="2719388" y="3246438"/>
                        <a:ext cx="477837" cy="14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" name="矩形 221">
            <a:extLst>
              <a:ext uri="{FF2B5EF4-FFF2-40B4-BE49-F238E27FC236}">
                <a16:creationId xmlns:a16="http://schemas.microsoft.com/office/drawing/2014/main" id="{3EEEED43-8A0D-45F7-B047-E94DA39E71BD}"/>
              </a:ext>
            </a:extLst>
          </p:cNvPr>
          <p:cNvSpPr/>
          <p:nvPr/>
        </p:nvSpPr>
        <p:spPr>
          <a:xfrm>
            <a:off x="2631772" y="3436196"/>
            <a:ext cx="654999" cy="13912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3" name="对象 222">
            <a:extLst>
              <a:ext uri="{FF2B5EF4-FFF2-40B4-BE49-F238E27FC236}">
                <a16:creationId xmlns:a16="http://schemas.microsoft.com/office/drawing/2014/main" id="{2EE300DB-41B3-4560-B3D6-DA71875B7F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477974"/>
              </p:ext>
            </p:extLst>
          </p:nvPr>
        </p:nvGraphicFramePr>
        <p:xfrm>
          <a:off x="2662238" y="3430588"/>
          <a:ext cx="596900" cy="14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0" name="Equation" r:id="rId108" imgW="1028520" imgH="253800" progId="Equation.DSMT4">
                  <p:embed/>
                </p:oleObj>
              </mc:Choice>
              <mc:Fallback>
                <p:oleObj name="Equation" r:id="rId108" imgW="1028520" imgH="253800" progId="Equation.DSMT4">
                  <p:embed/>
                  <p:pic>
                    <p:nvPicPr>
                      <p:cNvPr id="217" name="对象 216">
                        <a:extLst>
                          <a:ext uri="{FF2B5EF4-FFF2-40B4-BE49-F238E27FC236}">
                            <a16:creationId xmlns:a16="http://schemas.microsoft.com/office/drawing/2014/main" id="{57D789ED-5630-4589-BFB0-EE009F85CD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9"/>
                      <a:stretch>
                        <a:fillRect/>
                      </a:stretch>
                    </p:blipFill>
                    <p:spPr>
                      <a:xfrm>
                        <a:off x="2662238" y="3430588"/>
                        <a:ext cx="596900" cy="14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" name="椭圆 223">
            <a:extLst>
              <a:ext uri="{FF2B5EF4-FFF2-40B4-BE49-F238E27FC236}">
                <a16:creationId xmlns:a16="http://schemas.microsoft.com/office/drawing/2014/main" id="{0B3152BB-7F99-4B82-8D09-DE85474B0278}"/>
              </a:ext>
            </a:extLst>
          </p:cNvPr>
          <p:cNvSpPr/>
          <p:nvPr/>
        </p:nvSpPr>
        <p:spPr>
          <a:xfrm>
            <a:off x="4342176" y="327027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90E290BB-82C3-4AA3-AD4E-306281A3BAA4}"/>
              </a:ext>
            </a:extLst>
          </p:cNvPr>
          <p:cNvSpPr/>
          <p:nvPr/>
        </p:nvSpPr>
        <p:spPr>
          <a:xfrm>
            <a:off x="4344132" y="3466216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63A66B0A-87A7-410F-8989-DDFA664AE583}"/>
              </a:ext>
            </a:extLst>
          </p:cNvPr>
          <p:cNvSpPr/>
          <p:nvPr/>
        </p:nvSpPr>
        <p:spPr>
          <a:xfrm>
            <a:off x="3602466" y="3251727"/>
            <a:ext cx="654999" cy="13912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7" name="对象 226">
            <a:extLst>
              <a:ext uri="{FF2B5EF4-FFF2-40B4-BE49-F238E27FC236}">
                <a16:creationId xmlns:a16="http://schemas.microsoft.com/office/drawing/2014/main" id="{0FEEE391-D161-4A54-B68A-E38041BDC7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97387"/>
              </p:ext>
            </p:extLst>
          </p:nvPr>
        </p:nvGraphicFramePr>
        <p:xfrm>
          <a:off x="3692366" y="3245967"/>
          <a:ext cx="479425" cy="14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1" name="Equation" r:id="rId110" imgW="825480" imgH="253800" progId="Equation.DSMT4">
                  <p:embed/>
                </p:oleObj>
              </mc:Choice>
              <mc:Fallback>
                <p:oleObj name="Equation" r:id="rId110" imgW="825480" imgH="253800" progId="Equation.DSMT4">
                  <p:embed/>
                  <p:pic>
                    <p:nvPicPr>
                      <p:cNvPr id="215" name="对象 214">
                        <a:extLst>
                          <a:ext uri="{FF2B5EF4-FFF2-40B4-BE49-F238E27FC236}">
                            <a16:creationId xmlns:a16="http://schemas.microsoft.com/office/drawing/2014/main" id="{3F27A1AC-A809-4FA9-A266-5517E8C42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1"/>
                      <a:stretch>
                        <a:fillRect/>
                      </a:stretch>
                    </p:blipFill>
                    <p:spPr>
                      <a:xfrm>
                        <a:off x="3692366" y="3245967"/>
                        <a:ext cx="479425" cy="14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" name="矩形 227">
            <a:extLst>
              <a:ext uri="{FF2B5EF4-FFF2-40B4-BE49-F238E27FC236}">
                <a16:creationId xmlns:a16="http://schemas.microsoft.com/office/drawing/2014/main" id="{D909FEF3-A119-40D9-8B45-BA292685004C}"/>
              </a:ext>
            </a:extLst>
          </p:cNvPr>
          <p:cNvSpPr/>
          <p:nvPr/>
        </p:nvSpPr>
        <p:spPr>
          <a:xfrm>
            <a:off x="3604007" y="3434548"/>
            <a:ext cx="654999" cy="13912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9" name="对象 228">
            <a:extLst>
              <a:ext uri="{FF2B5EF4-FFF2-40B4-BE49-F238E27FC236}">
                <a16:creationId xmlns:a16="http://schemas.microsoft.com/office/drawing/2014/main" id="{2779F88F-07B2-40D9-8F5E-18291A8295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446040"/>
              </p:ext>
            </p:extLst>
          </p:nvPr>
        </p:nvGraphicFramePr>
        <p:xfrm>
          <a:off x="3635216" y="3428529"/>
          <a:ext cx="596900" cy="14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2" name="Equation" r:id="rId112" imgW="1028520" imgH="253800" progId="Equation.DSMT4">
                  <p:embed/>
                </p:oleObj>
              </mc:Choice>
              <mc:Fallback>
                <p:oleObj name="Equation" r:id="rId112" imgW="1028520" imgH="253800" progId="Equation.DSMT4">
                  <p:embed/>
                  <p:pic>
                    <p:nvPicPr>
                      <p:cNvPr id="217" name="对象 216">
                        <a:extLst>
                          <a:ext uri="{FF2B5EF4-FFF2-40B4-BE49-F238E27FC236}">
                            <a16:creationId xmlns:a16="http://schemas.microsoft.com/office/drawing/2014/main" id="{57D789ED-5630-4589-BFB0-EE009F85CD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3"/>
                      <a:stretch>
                        <a:fillRect/>
                      </a:stretch>
                    </p:blipFill>
                    <p:spPr>
                      <a:xfrm>
                        <a:off x="3635216" y="3428529"/>
                        <a:ext cx="596900" cy="147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899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"/>
    </mc:Choice>
    <mc:Fallback xmlns="">
      <p:transition spd="slow" advTm="82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圆柱体 82">
            <a:extLst>
              <a:ext uri="{FF2B5EF4-FFF2-40B4-BE49-F238E27FC236}">
                <a16:creationId xmlns:a16="http://schemas.microsoft.com/office/drawing/2014/main" id="{2295F18D-3E44-47B9-B8CF-C09B8C5FE544}"/>
              </a:ext>
            </a:extLst>
          </p:cNvPr>
          <p:cNvSpPr/>
          <p:nvPr/>
        </p:nvSpPr>
        <p:spPr>
          <a:xfrm>
            <a:off x="1487402" y="749300"/>
            <a:ext cx="913205" cy="92587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791ED99-9B16-4E9E-ABAB-EE9C1206AE5B}"/>
              </a:ext>
            </a:extLst>
          </p:cNvPr>
          <p:cNvSpPr/>
          <p:nvPr/>
        </p:nvSpPr>
        <p:spPr>
          <a:xfrm>
            <a:off x="1530153" y="1385313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6DEAB53B-8DD3-4D26-B376-AFCF1E26C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436626"/>
              </p:ext>
            </p:extLst>
          </p:nvPr>
        </p:nvGraphicFramePr>
        <p:xfrm>
          <a:off x="1684338" y="1368425"/>
          <a:ext cx="493712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6" name="Equation" r:id="rId3" imgW="596880" imgH="253800" progId="Equation.DSMT4">
                  <p:embed/>
                </p:oleObj>
              </mc:Choice>
              <mc:Fallback>
                <p:oleObj name="Equation" r:id="rId3" imgW="596880" imgH="2538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E274701-4E8F-4155-9A63-F33CE2BCA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4338" y="1368425"/>
                        <a:ext cx="493712" cy="209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矩形 89">
            <a:extLst>
              <a:ext uri="{FF2B5EF4-FFF2-40B4-BE49-F238E27FC236}">
                <a16:creationId xmlns:a16="http://schemas.microsoft.com/office/drawing/2014/main" id="{B9F401D6-D8DC-4CAE-9E47-75A06431DC27}"/>
              </a:ext>
            </a:extLst>
          </p:cNvPr>
          <p:cNvSpPr/>
          <p:nvPr/>
        </p:nvSpPr>
        <p:spPr>
          <a:xfrm>
            <a:off x="1530153" y="1200166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321C68B0-E44E-4A6E-9573-79BB067908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86477"/>
              </p:ext>
            </p:extLst>
          </p:nvPr>
        </p:nvGraphicFramePr>
        <p:xfrm>
          <a:off x="1679575" y="1182688"/>
          <a:ext cx="503238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7" name="Equation" r:id="rId5" imgW="609480" imgH="253800" progId="Equation.DSMT4">
                  <p:embed/>
                </p:oleObj>
              </mc:Choice>
              <mc:Fallback>
                <p:oleObj name="Equation" r:id="rId5" imgW="609480" imgH="253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4D931CF-EA9E-4127-876F-09331B7BA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9575" y="1182688"/>
                        <a:ext cx="503238" cy="21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矩形 91">
            <a:extLst>
              <a:ext uri="{FF2B5EF4-FFF2-40B4-BE49-F238E27FC236}">
                <a16:creationId xmlns:a16="http://schemas.microsoft.com/office/drawing/2014/main" id="{27BF8814-0C08-4F0D-84B0-2816506A7206}"/>
              </a:ext>
            </a:extLst>
          </p:cNvPr>
          <p:cNvSpPr/>
          <p:nvPr/>
        </p:nvSpPr>
        <p:spPr>
          <a:xfrm>
            <a:off x="1533814" y="1025235"/>
            <a:ext cx="818789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3" name="对象 92">
            <a:extLst>
              <a:ext uri="{FF2B5EF4-FFF2-40B4-BE49-F238E27FC236}">
                <a16:creationId xmlns:a16="http://schemas.microsoft.com/office/drawing/2014/main" id="{D60278EB-78D7-4B5B-9D46-24FE6AA139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076520"/>
              </p:ext>
            </p:extLst>
          </p:nvPr>
        </p:nvGraphicFramePr>
        <p:xfrm>
          <a:off x="1684338" y="1001713"/>
          <a:ext cx="492125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8" name="Equation" r:id="rId7" imgW="596880" imgH="253800" progId="Equation.DSMT4">
                  <p:embed/>
                </p:oleObj>
              </mc:Choice>
              <mc:Fallback>
                <p:oleObj name="Equation" r:id="rId7" imgW="596880" imgH="253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309E5AB-B6D2-4F72-B930-84D6FF702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84338" y="1001713"/>
                        <a:ext cx="492125" cy="21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矩形 93">
            <a:extLst>
              <a:ext uri="{FF2B5EF4-FFF2-40B4-BE49-F238E27FC236}">
                <a16:creationId xmlns:a16="http://schemas.microsoft.com/office/drawing/2014/main" id="{45F12464-5E6C-4AE4-8D2C-2AAF53CA3DC4}"/>
              </a:ext>
            </a:extLst>
          </p:cNvPr>
          <p:cNvSpPr/>
          <p:nvPr/>
        </p:nvSpPr>
        <p:spPr>
          <a:xfrm>
            <a:off x="1567691" y="719363"/>
            <a:ext cx="747373" cy="2000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Bucket-k</a:t>
            </a:r>
            <a:endParaRPr lang="zh-CN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15740AF-576D-4727-A383-AA7FE4511BA9}"/>
              </a:ext>
            </a:extLst>
          </p:cNvPr>
          <p:cNvSpPr/>
          <p:nvPr/>
        </p:nvSpPr>
        <p:spPr>
          <a:xfrm>
            <a:off x="2641417" y="1198802"/>
            <a:ext cx="831850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6" name="对象 95">
            <a:extLst>
              <a:ext uri="{FF2B5EF4-FFF2-40B4-BE49-F238E27FC236}">
                <a16:creationId xmlns:a16="http://schemas.microsoft.com/office/drawing/2014/main" id="{FB905D42-5A7B-47CA-B08A-DCB8D8869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469827"/>
              </p:ext>
            </p:extLst>
          </p:nvPr>
        </p:nvGraphicFramePr>
        <p:xfrm>
          <a:off x="2668467" y="1206343"/>
          <a:ext cx="800945" cy="253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9" name="Equation" r:id="rId9" imgW="1079280" imgH="342720" progId="Equation.DSMT4">
                  <p:embed/>
                </p:oleObj>
              </mc:Choice>
              <mc:Fallback>
                <p:oleObj name="Equation" r:id="rId9" imgW="1079280" imgH="3427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F426A919-4CB4-4CCB-BFA1-7FAAC58DC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68467" y="1206343"/>
                        <a:ext cx="800945" cy="253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B092A7B5-C01A-4D6D-A273-B1E77FA3B205}"/>
              </a:ext>
            </a:extLst>
          </p:cNvPr>
          <p:cNvCxnSpPr>
            <a:cxnSpLocks/>
            <a:endCxn id="95" idx="1"/>
          </p:cNvCxnSpPr>
          <p:nvPr/>
        </p:nvCxnSpPr>
        <p:spPr>
          <a:xfrm>
            <a:off x="2359929" y="1299052"/>
            <a:ext cx="281488" cy="362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262EBB56-1073-42E7-91AF-1ECAE6052C31}"/>
              </a:ext>
            </a:extLst>
          </p:cNvPr>
          <p:cNvCxnSpPr>
            <a:cxnSpLocks/>
            <a:stCxn id="83" idx="3"/>
          </p:cNvCxnSpPr>
          <p:nvPr/>
        </p:nvCxnSpPr>
        <p:spPr>
          <a:xfrm rot="16200000" flipH="1">
            <a:off x="2039351" y="1579831"/>
            <a:ext cx="494540" cy="685232"/>
          </a:xfrm>
          <a:prstGeom prst="bentConnector2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id="{12368B41-C362-4080-9AE0-490C8ECB4BF4}"/>
              </a:ext>
            </a:extLst>
          </p:cNvPr>
          <p:cNvSpPr/>
          <p:nvPr/>
        </p:nvSpPr>
        <p:spPr>
          <a:xfrm>
            <a:off x="2628174" y="2062511"/>
            <a:ext cx="831850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0" name="对象 99">
            <a:extLst>
              <a:ext uri="{FF2B5EF4-FFF2-40B4-BE49-F238E27FC236}">
                <a16:creationId xmlns:a16="http://schemas.microsoft.com/office/drawing/2014/main" id="{A2ACFC94-E1F1-48B7-A902-90BEC7BB96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86299"/>
              </p:ext>
            </p:extLst>
          </p:nvPr>
        </p:nvGraphicFramePr>
        <p:xfrm>
          <a:off x="2827338" y="2066925"/>
          <a:ext cx="422275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0" name="Equation" r:id="rId11" imgW="533160" imgH="241200" progId="Equation.DSMT4">
                  <p:embed/>
                </p:oleObj>
              </mc:Choice>
              <mc:Fallback>
                <p:oleObj name="Equation" r:id="rId11" imgW="533160" imgH="2412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64DD3AA-EEA9-4962-BBC5-DBD0813D45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27338" y="2066925"/>
                        <a:ext cx="422275" cy="19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椭圆 100">
            <a:extLst>
              <a:ext uri="{FF2B5EF4-FFF2-40B4-BE49-F238E27FC236}">
                <a16:creationId xmlns:a16="http://schemas.microsoft.com/office/drawing/2014/main" id="{A260CB6C-01F3-4180-8F44-A2D5AABC5308}"/>
              </a:ext>
            </a:extLst>
          </p:cNvPr>
          <p:cNvSpPr/>
          <p:nvPr/>
        </p:nvSpPr>
        <p:spPr>
          <a:xfrm>
            <a:off x="4348708" y="1594339"/>
            <a:ext cx="86269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24455CC-25BB-4280-8FB7-72BC398F9EFB}"/>
              </a:ext>
            </a:extLst>
          </p:cNvPr>
          <p:cNvSpPr/>
          <p:nvPr/>
        </p:nvSpPr>
        <p:spPr>
          <a:xfrm>
            <a:off x="3755940" y="1198802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3" name="对象 102">
            <a:extLst>
              <a:ext uri="{FF2B5EF4-FFF2-40B4-BE49-F238E27FC236}">
                <a16:creationId xmlns:a16="http://schemas.microsoft.com/office/drawing/2014/main" id="{99152880-75E3-4A10-927B-32991E7DDF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257648"/>
              </p:ext>
            </p:extLst>
          </p:nvPr>
        </p:nvGraphicFramePr>
        <p:xfrm>
          <a:off x="3816350" y="1209675"/>
          <a:ext cx="436563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1" name="Equation" r:id="rId13" imgW="596880" imgH="253800" progId="Equation.DSMT4">
                  <p:embed/>
                </p:oleObj>
              </mc:Choice>
              <mc:Fallback>
                <p:oleObj name="Equation" r:id="rId13" imgW="596880" imgH="2538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31CF530-AB63-4376-BCDF-69A35652E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16350" y="1209675"/>
                        <a:ext cx="436563" cy="185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椭圆 103">
            <a:extLst>
              <a:ext uri="{FF2B5EF4-FFF2-40B4-BE49-F238E27FC236}">
                <a16:creationId xmlns:a16="http://schemas.microsoft.com/office/drawing/2014/main" id="{D05E0CDC-8AAE-4ABF-AA7F-6B0A888070B1}"/>
              </a:ext>
            </a:extLst>
          </p:cNvPr>
          <p:cNvSpPr/>
          <p:nvPr/>
        </p:nvSpPr>
        <p:spPr>
          <a:xfrm>
            <a:off x="5009050" y="1591631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C4E487E-6AE9-47AD-B449-2C09B9AFAD5C}"/>
              </a:ext>
            </a:extLst>
          </p:cNvPr>
          <p:cNvSpPr/>
          <p:nvPr/>
        </p:nvSpPr>
        <p:spPr>
          <a:xfrm>
            <a:off x="4431325" y="1196959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6" name="对象 105">
            <a:extLst>
              <a:ext uri="{FF2B5EF4-FFF2-40B4-BE49-F238E27FC236}">
                <a16:creationId xmlns:a16="http://schemas.microsoft.com/office/drawing/2014/main" id="{1C7B6894-F43E-4C22-B7E0-7338D8CCD0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740060"/>
              </p:ext>
            </p:extLst>
          </p:nvPr>
        </p:nvGraphicFramePr>
        <p:xfrm>
          <a:off x="4492625" y="1206500"/>
          <a:ext cx="444500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2" name="Equation" r:id="rId15" imgW="609480" imgH="253800" progId="Equation.DSMT4">
                  <p:embed/>
                </p:oleObj>
              </mc:Choice>
              <mc:Fallback>
                <p:oleObj name="Equation" r:id="rId15" imgW="609480" imgH="25380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239C1DD7-361C-4E04-AFA4-1CE290E10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92625" y="1206500"/>
                        <a:ext cx="444500" cy="185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矩形 106">
            <a:extLst>
              <a:ext uri="{FF2B5EF4-FFF2-40B4-BE49-F238E27FC236}">
                <a16:creationId xmlns:a16="http://schemas.microsoft.com/office/drawing/2014/main" id="{8087DBB6-FCD0-4DA8-9A68-F672D0482DE8}"/>
              </a:ext>
            </a:extLst>
          </p:cNvPr>
          <p:cNvSpPr/>
          <p:nvPr/>
        </p:nvSpPr>
        <p:spPr>
          <a:xfrm>
            <a:off x="5094410" y="1191952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8" name="对象 107">
            <a:extLst>
              <a:ext uri="{FF2B5EF4-FFF2-40B4-BE49-F238E27FC236}">
                <a16:creationId xmlns:a16="http://schemas.microsoft.com/office/drawing/2014/main" id="{31B6A6F6-B675-4C70-AAC6-4533B39C5A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888730"/>
              </p:ext>
            </p:extLst>
          </p:nvPr>
        </p:nvGraphicFramePr>
        <p:xfrm>
          <a:off x="5160963" y="1200150"/>
          <a:ext cx="434975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3" name="Equation" r:id="rId17" imgW="596880" imgH="253800" progId="Equation.DSMT4">
                  <p:embed/>
                </p:oleObj>
              </mc:Choice>
              <mc:Fallback>
                <p:oleObj name="Equation" r:id="rId17" imgW="596880" imgH="25380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04B26207-3BFA-495D-B218-BE23865864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60963" y="1200150"/>
                        <a:ext cx="434975" cy="185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椭圆 108">
            <a:extLst>
              <a:ext uri="{FF2B5EF4-FFF2-40B4-BE49-F238E27FC236}">
                <a16:creationId xmlns:a16="http://schemas.microsoft.com/office/drawing/2014/main" id="{AFA79D28-AD19-4EE7-B0BB-EA1EC2A8D4B6}"/>
              </a:ext>
            </a:extLst>
          </p:cNvPr>
          <p:cNvSpPr/>
          <p:nvPr/>
        </p:nvSpPr>
        <p:spPr>
          <a:xfrm>
            <a:off x="4344921" y="1797273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2F132BC8-638D-4851-8CDF-708A6DE6E895}"/>
              </a:ext>
            </a:extLst>
          </p:cNvPr>
          <p:cNvSpPr/>
          <p:nvPr/>
        </p:nvSpPr>
        <p:spPr>
          <a:xfrm>
            <a:off x="3742697" y="2065841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02A526BB-C7C8-4C1C-A12A-D4C3CECAAEB7}"/>
              </a:ext>
            </a:extLst>
          </p:cNvPr>
          <p:cNvSpPr/>
          <p:nvPr/>
        </p:nvSpPr>
        <p:spPr>
          <a:xfrm>
            <a:off x="5007824" y="1790888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E8C58F63-AD9F-492B-A945-8316D190E474}"/>
              </a:ext>
            </a:extLst>
          </p:cNvPr>
          <p:cNvSpPr/>
          <p:nvPr/>
        </p:nvSpPr>
        <p:spPr>
          <a:xfrm>
            <a:off x="4418082" y="2063998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2CB5EFA4-6B2D-4C7A-B971-34A805A5205E}"/>
              </a:ext>
            </a:extLst>
          </p:cNvPr>
          <p:cNvSpPr/>
          <p:nvPr/>
        </p:nvSpPr>
        <p:spPr>
          <a:xfrm>
            <a:off x="5081167" y="2058991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ACA658FC-CEF6-48F3-AFFC-7D44A702CF2A}"/>
              </a:ext>
            </a:extLst>
          </p:cNvPr>
          <p:cNvCxnSpPr>
            <a:cxnSpLocks/>
          </p:cNvCxnSpPr>
          <p:nvPr/>
        </p:nvCxnSpPr>
        <p:spPr>
          <a:xfrm>
            <a:off x="3806565" y="1404713"/>
            <a:ext cx="0" cy="6687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9F19429A-25AD-43DB-9025-E265B81C377C}"/>
              </a:ext>
            </a:extLst>
          </p:cNvPr>
          <p:cNvCxnSpPr>
            <a:cxnSpLocks/>
          </p:cNvCxnSpPr>
          <p:nvPr/>
        </p:nvCxnSpPr>
        <p:spPr>
          <a:xfrm>
            <a:off x="3478127" y="1302679"/>
            <a:ext cx="281488" cy="362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50BEAC4B-E3CB-4997-8251-6836EAFF5D3A}"/>
              </a:ext>
            </a:extLst>
          </p:cNvPr>
          <p:cNvCxnSpPr>
            <a:cxnSpLocks/>
          </p:cNvCxnSpPr>
          <p:nvPr/>
        </p:nvCxnSpPr>
        <p:spPr>
          <a:xfrm>
            <a:off x="3462970" y="2168207"/>
            <a:ext cx="281488" cy="362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>
            <a:extLst>
              <a:ext uri="{FF2B5EF4-FFF2-40B4-BE49-F238E27FC236}">
                <a16:creationId xmlns:a16="http://schemas.microsoft.com/office/drawing/2014/main" id="{50F7C067-2FE7-419C-B21C-CD37DD857C89}"/>
              </a:ext>
            </a:extLst>
          </p:cNvPr>
          <p:cNvSpPr/>
          <p:nvPr/>
        </p:nvSpPr>
        <p:spPr>
          <a:xfrm>
            <a:off x="4788497" y="2828625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141456D-59F0-43DC-BF1F-997B81A16D78}"/>
              </a:ext>
            </a:extLst>
          </p:cNvPr>
          <p:cNvSpPr/>
          <p:nvPr/>
        </p:nvSpPr>
        <p:spPr>
          <a:xfrm>
            <a:off x="2462751" y="2832593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9" name="对象 118">
            <a:extLst>
              <a:ext uri="{FF2B5EF4-FFF2-40B4-BE49-F238E27FC236}">
                <a16:creationId xmlns:a16="http://schemas.microsoft.com/office/drawing/2014/main" id="{2B49A411-517B-42D0-92A7-D46F1B32B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049293"/>
              </p:ext>
            </p:extLst>
          </p:nvPr>
        </p:nvGraphicFramePr>
        <p:xfrm>
          <a:off x="2622615" y="2832593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4" name="Equation" r:id="rId19" imgW="507960" imgH="241200" progId="Equation.DSMT4">
                  <p:embed/>
                </p:oleObj>
              </mc:Choice>
              <mc:Fallback>
                <p:oleObj name="Equation" r:id="rId19" imgW="507960" imgH="2412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613099C1-6D84-486C-AF19-D2BDB78F4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22615" y="2832593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矩形 119">
            <a:extLst>
              <a:ext uri="{FF2B5EF4-FFF2-40B4-BE49-F238E27FC236}">
                <a16:creationId xmlns:a16="http://schemas.microsoft.com/office/drawing/2014/main" id="{AD281798-CFBE-4552-A19B-31D59938BCAB}"/>
              </a:ext>
            </a:extLst>
          </p:cNvPr>
          <p:cNvSpPr/>
          <p:nvPr/>
        </p:nvSpPr>
        <p:spPr>
          <a:xfrm>
            <a:off x="1517155" y="2832593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1" name="对象 120">
            <a:extLst>
              <a:ext uri="{FF2B5EF4-FFF2-40B4-BE49-F238E27FC236}">
                <a16:creationId xmlns:a16="http://schemas.microsoft.com/office/drawing/2014/main" id="{D6768C8C-1868-45E5-B9A7-0A66C7B1D2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010022"/>
              </p:ext>
            </p:extLst>
          </p:nvPr>
        </p:nvGraphicFramePr>
        <p:xfrm>
          <a:off x="1697103" y="2832593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5" name="Equation" r:id="rId21" imgW="495000" imgH="241200" progId="Equation.DSMT4">
                  <p:embed/>
                </p:oleObj>
              </mc:Choice>
              <mc:Fallback>
                <p:oleObj name="Equation" r:id="rId21" imgW="495000" imgH="241200" progId="Equation.DSMT4">
                  <p:embed/>
                  <p:pic>
                    <p:nvPicPr>
                      <p:cNvPr id="82" name="对象 81">
                        <a:extLst>
                          <a:ext uri="{FF2B5EF4-FFF2-40B4-BE49-F238E27FC236}">
                            <a16:creationId xmlns:a16="http://schemas.microsoft.com/office/drawing/2014/main" id="{30BEB410-B0B9-4ECC-B6E0-D8C0BE291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97103" y="2832593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对象 121">
            <a:extLst>
              <a:ext uri="{FF2B5EF4-FFF2-40B4-BE49-F238E27FC236}">
                <a16:creationId xmlns:a16="http://schemas.microsoft.com/office/drawing/2014/main" id="{3E200C77-5F4F-41F1-98BF-46FCF7339F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258875"/>
              </p:ext>
            </p:extLst>
          </p:nvPr>
        </p:nvGraphicFramePr>
        <p:xfrm>
          <a:off x="4443374" y="3270273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6" name="Equation" r:id="rId23" imgW="228600" imgH="101520" progId="Equation.DSMT4">
                  <p:embed/>
                </p:oleObj>
              </mc:Choice>
              <mc:Fallback>
                <p:oleObj name="Equation" r:id="rId23" imgW="228600" imgH="101520" progId="Equation.DSMT4">
                  <p:embed/>
                  <p:pic>
                    <p:nvPicPr>
                      <p:cNvPr id="83" name="对象 82">
                        <a:extLst>
                          <a:ext uri="{FF2B5EF4-FFF2-40B4-BE49-F238E27FC236}">
                            <a16:creationId xmlns:a16="http://schemas.microsoft.com/office/drawing/2014/main" id="{C6AEBB11-D494-4038-9579-F52F880A6A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43374" y="3270273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对象 122">
            <a:extLst>
              <a:ext uri="{FF2B5EF4-FFF2-40B4-BE49-F238E27FC236}">
                <a16:creationId xmlns:a16="http://schemas.microsoft.com/office/drawing/2014/main" id="{D3418BA7-DD5B-488E-B124-0FD7A3FA4F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972977"/>
              </p:ext>
            </p:extLst>
          </p:nvPr>
        </p:nvGraphicFramePr>
        <p:xfrm>
          <a:off x="4943475" y="2816225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7" name="Equation" r:id="rId25" imgW="571320" imgH="266400" progId="Equation.DSMT4">
                  <p:embed/>
                </p:oleObj>
              </mc:Choice>
              <mc:Fallback>
                <p:oleObj name="Equation" r:id="rId25" imgW="571320" imgH="2664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329C767E-BD92-44CE-BC51-818816105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943475" y="2816225"/>
                        <a:ext cx="571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09147678-EB7B-4402-BA25-0A82BB45FEDB}"/>
              </a:ext>
            </a:extLst>
          </p:cNvPr>
          <p:cNvCxnSpPr>
            <a:cxnSpLocks/>
          </p:cNvCxnSpPr>
          <p:nvPr/>
        </p:nvCxnSpPr>
        <p:spPr>
          <a:xfrm>
            <a:off x="1611427" y="3087269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>
            <a:extLst>
              <a:ext uri="{FF2B5EF4-FFF2-40B4-BE49-F238E27FC236}">
                <a16:creationId xmlns:a16="http://schemas.microsoft.com/office/drawing/2014/main" id="{B9D8FC05-F658-4869-BE49-16441DA4FD0F}"/>
              </a:ext>
            </a:extLst>
          </p:cNvPr>
          <p:cNvSpPr/>
          <p:nvPr/>
        </p:nvSpPr>
        <p:spPr>
          <a:xfrm>
            <a:off x="1520708" y="374425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7A941129-A064-4627-96C5-7939997DC447}"/>
              </a:ext>
            </a:extLst>
          </p:cNvPr>
          <p:cNvSpPr/>
          <p:nvPr/>
        </p:nvSpPr>
        <p:spPr>
          <a:xfrm>
            <a:off x="2465325" y="374425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7" name="对象 126">
            <a:extLst>
              <a:ext uri="{FF2B5EF4-FFF2-40B4-BE49-F238E27FC236}">
                <a16:creationId xmlns:a16="http://schemas.microsoft.com/office/drawing/2014/main" id="{C3EB436C-C760-407C-9B0D-35150672A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063919"/>
              </p:ext>
            </p:extLst>
          </p:nvPr>
        </p:nvGraphicFramePr>
        <p:xfrm>
          <a:off x="4448618" y="3480088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8" name="Equation" r:id="rId27" imgW="228600" imgH="101520" progId="Equation.DSMT4">
                  <p:embed/>
                </p:oleObj>
              </mc:Choice>
              <mc:Fallback>
                <p:oleObj name="Equation" r:id="rId27" imgW="228600" imgH="101520" progId="Equation.DSMT4">
                  <p:embed/>
                  <p:pic>
                    <p:nvPicPr>
                      <p:cNvPr id="92" name="对象 91">
                        <a:extLst>
                          <a:ext uri="{FF2B5EF4-FFF2-40B4-BE49-F238E27FC236}">
                            <a16:creationId xmlns:a16="http://schemas.microsoft.com/office/drawing/2014/main" id="{57AB71E7-67CC-427A-95FC-0EE52B8DDC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448618" y="3480088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矩形 127">
            <a:extLst>
              <a:ext uri="{FF2B5EF4-FFF2-40B4-BE49-F238E27FC236}">
                <a16:creationId xmlns:a16="http://schemas.microsoft.com/office/drawing/2014/main" id="{95222C09-6F21-495D-8D83-59D59F3FE71A}"/>
              </a:ext>
            </a:extLst>
          </p:cNvPr>
          <p:cNvSpPr/>
          <p:nvPr/>
        </p:nvSpPr>
        <p:spPr>
          <a:xfrm>
            <a:off x="4792050" y="374028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E7FC716A-104C-49B4-A940-2A8CA2737D0F}"/>
              </a:ext>
            </a:extLst>
          </p:cNvPr>
          <p:cNvSpPr/>
          <p:nvPr/>
        </p:nvSpPr>
        <p:spPr>
          <a:xfrm>
            <a:off x="2417637" y="327193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9B3534A9-3AF4-4940-A1A0-810138C12672}"/>
              </a:ext>
            </a:extLst>
          </p:cNvPr>
          <p:cNvSpPr/>
          <p:nvPr/>
        </p:nvSpPr>
        <p:spPr>
          <a:xfrm>
            <a:off x="2419593" y="3467878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96296113-105B-4651-B8EE-2951A36F136C}"/>
              </a:ext>
            </a:extLst>
          </p:cNvPr>
          <p:cNvSpPr/>
          <p:nvPr/>
        </p:nvSpPr>
        <p:spPr>
          <a:xfrm>
            <a:off x="3441016" y="2835703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2" name="对象 131">
            <a:extLst>
              <a:ext uri="{FF2B5EF4-FFF2-40B4-BE49-F238E27FC236}">
                <a16:creationId xmlns:a16="http://schemas.microsoft.com/office/drawing/2014/main" id="{6BEE29FC-22E4-47BD-B4CB-C693783439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551579"/>
              </p:ext>
            </p:extLst>
          </p:nvPr>
        </p:nvGraphicFramePr>
        <p:xfrm>
          <a:off x="3600880" y="2835703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9" name="Equation" r:id="rId29" imgW="507960" imgH="241200" progId="Equation.DSMT4">
                  <p:embed/>
                </p:oleObj>
              </mc:Choice>
              <mc:Fallback>
                <p:oleObj name="Equation" r:id="rId29" imgW="507960" imgH="241200" progId="Equation.DSMT4">
                  <p:embed/>
                  <p:pic>
                    <p:nvPicPr>
                      <p:cNvPr id="105" name="对象 104">
                        <a:extLst>
                          <a:ext uri="{FF2B5EF4-FFF2-40B4-BE49-F238E27FC236}">
                            <a16:creationId xmlns:a16="http://schemas.microsoft.com/office/drawing/2014/main" id="{BE72BFFC-CC97-47F9-8353-125F42F390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600880" y="2835703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矩形 132">
            <a:extLst>
              <a:ext uri="{FF2B5EF4-FFF2-40B4-BE49-F238E27FC236}">
                <a16:creationId xmlns:a16="http://schemas.microsoft.com/office/drawing/2014/main" id="{97A75AFF-CC0A-4D2A-8386-93B757FADAA9}"/>
              </a:ext>
            </a:extLst>
          </p:cNvPr>
          <p:cNvSpPr/>
          <p:nvPr/>
        </p:nvSpPr>
        <p:spPr>
          <a:xfrm>
            <a:off x="3433581" y="374736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41A737F-36B7-448F-9D54-64C77E1E0C5B}"/>
              </a:ext>
            </a:extLst>
          </p:cNvPr>
          <p:cNvSpPr/>
          <p:nvPr/>
        </p:nvSpPr>
        <p:spPr>
          <a:xfrm>
            <a:off x="1424094" y="681567"/>
            <a:ext cx="4287520" cy="16425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CE6D7AE0-524A-4F02-993F-DAB40E7965B1}"/>
              </a:ext>
            </a:extLst>
          </p:cNvPr>
          <p:cNvCxnSpPr>
            <a:cxnSpLocks/>
          </p:cNvCxnSpPr>
          <p:nvPr/>
        </p:nvCxnSpPr>
        <p:spPr>
          <a:xfrm>
            <a:off x="2745757" y="2342261"/>
            <a:ext cx="1" cy="3650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6" name="对象 135">
            <a:extLst>
              <a:ext uri="{FF2B5EF4-FFF2-40B4-BE49-F238E27FC236}">
                <a16:creationId xmlns:a16="http://schemas.microsoft.com/office/drawing/2014/main" id="{86274E1F-62D8-4837-BDAB-40B341F2BD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707610"/>
              </p:ext>
            </p:extLst>
          </p:nvPr>
        </p:nvGraphicFramePr>
        <p:xfrm>
          <a:off x="2826495" y="2425489"/>
          <a:ext cx="812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0" name="Equation" r:id="rId31" imgW="812520" imgH="203040" progId="Equation.DSMT4">
                  <p:embed/>
                </p:oleObj>
              </mc:Choice>
              <mc:Fallback>
                <p:oleObj name="Equation" r:id="rId31" imgW="812520" imgH="20304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F5EE9000-AAF4-4ED7-8638-E95EE1F8F8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826495" y="2425489"/>
                        <a:ext cx="812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矩形 136">
            <a:extLst>
              <a:ext uri="{FF2B5EF4-FFF2-40B4-BE49-F238E27FC236}">
                <a16:creationId xmlns:a16="http://schemas.microsoft.com/office/drawing/2014/main" id="{3DE6AF21-B66C-4B57-8C44-A1290D27A4C7}"/>
              </a:ext>
            </a:extLst>
          </p:cNvPr>
          <p:cNvSpPr/>
          <p:nvPr/>
        </p:nvSpPr>
        <p:spPr>
          <a:xfrm>
            <a:off x="1424094" y="2696568"/>
            <a:ext cx="4287520" cy="13335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8" name="对象 137">
            <a:extLst>
              <a:ext uri="{FF2B5EF4-FFF2-40B4-BE49-F238E27FC236}">
                <a16:creationId xmlns:a16="http://schemas.microsoft.com/office/drawing/2014/main" id="{E1CDD1C0-AB7B-4E7A-AF9C-6A398BAA86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701182"/>
              </p:ext>
            </p:extLst>
          </p:nvPr>
        </p:nvGraphicFramePr>
        <p:xfrm>
          <a:off x="4071938" y="1423988"/>
          <a:ext cx="180976" cy="126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" name="Equation" r:id="rId33" imgW="291960" imgH="203040" progId="Equation.DSMT4">
                  <p:embed/>
                </p:oleObj>
              </mc:Choice>
              <mc:Fallback>
                <p:oleObj name="Equation" r:id="rId33" imgW="29196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1EFC13B-6C09-46E0-A4E3-BC962072EC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071938" y="1423988"/>
                        <a:ext cx="180976" cy="126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3D58AFDF-2200-422A-84AE-8A38F9FB2169}"/>
              </a:ext>
            </a:extLst>
          </p:cNvPr>
          <p:cNvCxnSpPr>
            <a:cxnSpLocks/>
          </p:cNvCxnSpPr>
          <p:nvPr/>
        </p:nvCxnSpPr>
        <p:spPr>
          <a:xfrm>
            <a:off x="4055624" y="1404713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矩形 139">
            <a:extLst>
              <a:ext uri="{FF2B5EF4-FFF2-40B4-BE49-F238E27FC236}">
                <a16:creationId xmlns:a16="http://schemas.microsoft.com/office/drawing/2014/main" id="{0C047B9D-562F-49FB-9989-4B9C2FBD0E74}"/>
              </a:ext>
            </a:extLst>
          </p:cNvPr>
          <p:cNvSpPr/>
          <p:nvPr/>
        </p:nvSpPr>
        <p:spPr>
          <a:xfrm>
            <a:off x="3833504" y="1567314"/>
            <a:ext cx="452832" cy="13607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1" name="对象 140">
            <a:extLst>
              <a:ext uri="{FF2B5EF4-FFF2-40B4-BE49-F238E27FC236}">
                <a16:creationId xmlns:a16="http://schemas.microsoft.com/office/drawing/2014/main" id="{55FBB589-E7CC-4FA0-880B-21C269DF4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306189"/>
              </p:ext>
            </p:extLst>
          </p:nvPr>
        </p:nvGraphicFramePr>
        <p:xfrm>
          <a:off x="3843338" y="1568450"/>
          <a:ext cx="439737" cy="13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2" name="Equation" r:id="rId35" imgW="888840" imgH="266400" progId="Equation.DSMT4">
                  <p:embed/>
                </p:oleObj>
              </mc:Choice>
              <mc:Fallback>
                <p:oleObj name="Equation" r:id="rId35" imgW="888840" imgH="266400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927691F7-96C7-432D-A292-0DC0F9D7C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843338" y="1568450"/>
                        <a:ext cx="439737" cy="13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" name="矩形 141">
            <a:extLst>
              <a:ext uri="{FF2B5EF4-FFF2-40B4-BE49-F238E27FC236}">
                <a16:creationId xmlns:a16="http://schemas.microsoft.com/office/drawing/2014/main" id="{A850ECAE-A3E8-4853-9174-8AEE7DE89DC7}"/>
              </a:ext>
            </a:extLst>
          </p:cNvPr>
          <p:cNvSpPr/>
          <p:nvPr/>
        </p:nvSpPr>
        <p:spPr>
          <a:xfrm>
            <a:off x="3833505" y="1773200"/>
            <a:ext cx="449624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992DA880-AD06-40C0-8915-769DD1C4F9F7}"/>
              </a:ext>
            </a:extLst>
          </p:cNvPr>
          <p:cNvCxnSpPr>
            <a:cxnSpLocks/>
          </p:cNvCxnSpPr>
          <p:nvPr/>
        </p:nvCxnSpPr>
        <p:spPr>
          <a:xfrm flipV="1">
            <a:off x="4062771" y="1907481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4" name="对象 143">
            <a:extLst>
              <a:ext uri="{FF2B5EF4-FFF2-40B4-BE49-F238E27FC236}">
                <a16:creationId xmlns:a16="http://schemas.microsoft.com/office/drawing/2014/main" id="{D3DA9C92-64DC-4F53-A9F8-476A3C080F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357347"/>
              </p:ext>
            </p:extLst>
          </p:nvPr>
        </p:nvGraphicFramePr>
        <p:xfrm>
          <a:off x="3843338" y="1766888"/>
          <a:ext cx="436562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3" name="Equation" r:id="rId37" imgW="838080" imgH="253800" progId="Equation.DSMT4">
                  <p:embed/>
                </p:oleObj>
              </mc:Choice>
              <mc:Fallback>
                <p:oleObj name="Equation" r:id="rId37" imgW="838080" imgH="2538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8277F2F-2CC3-4D7E-A857-059312760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843338" y="1766888"/>
                        <a:ext cx="436562" cy="13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1BD95C1A-402D-4CE7-99DA-B3224ECD2265}"/>
              </a:ext>
            </a:extLst>
          </p:cNvPr>
          <p:cNvCxnSpPr>
            <a:cxnSpLocks/>
          </p:cNvCxnSpPr>
          <p:nvPr/>
        </p:nvCxnSpPr>
        <p:spPr>
          <a:xfrm>
            <a:off x="3040461" y="1406422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D597615F-60C5-42BE-B00A-FE6F290410AC}"/>
              </a:ext>
            </a:extLst>
          </p:cNvPr>
          <p:cNvSpPr/>
          <p:nvPr/>
        </p:nvSpPr>
        <p:spPr>
          <a:xfrm>
            <a:off x="2745757" y="1566297"/>
            <a:ext cx="611803" cy="137091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6EB27E48-CD48-4F54-BA4B-1CC7BCFC4C30}"/>
              </a:ext>
            </a:extLst>
          </p:cNvPr>
          <p:cNvSpPr/>
          <p:nvPr/>
        </p:nvSpPr>
        <p:spPr>
          <a:xfrm>
            <a:off x="2745757" y="1772099"/>
            <a:ext cx="611800" cy="13709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4ED67C24-B9BE-4B90-8C6D-D1F131B0984E}"/>
              </a:ext>
            </a:extLst>
          </p:cNvPr>
          <p:cNvCxnSpPr>
            <a:cxnSpLocks/>
          </p:cNvCxnSpPr>
          <p:nvPr/>
        </p:nvCxnSpPr>
        <p:spPr>
          <a:xfrm flipV="1">
            <a:off x="3047608" y="1909190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8A04A5B7-6E04-4E88-B48A-F9D41512CBA1}"/>
              </a:ext>
            </a:extLst>
          </p:cNvPr>
          <p:cNvCxnSpPr>
            <a:cxnSpLocks/>
          </p:cNvCxnSpPr>
          <p:nvPr/>
        </p:nvCxnSpPr>
        <p:spPr>
          <a:xfrm>
            <a:off x="4478700" y="1398057"/>
            <a:ext cx="0" cy="6687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9B5A98D5-4965-429E-BA8C-7EA06D006557}"/>
              </a:ext>
            </a:extLst>
          </p:cNvPr>
          <p:cNvCxnSpPr>
            <a:cxnSpLocks/>
          </p:cNvCxnSpPr>
          <p:nvPr/>
        </p:nvCxnSpPr>
        <p:spPr>
          <a:xfrm>
            <a:off x="4727759" y="1398057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3A0DACB6-ADCC-4BC5-9093-6CD9A906B085}"/>
              </a:ext>
            </a:extLst>
          </p:cNvPr>
          <p:cNvCxnSpPr>
            <a:cxnSpLocks/>
          </p:cNvCxnSpPr>
          <p:nvPr/>
        </p:nvCxnSpPr>
        <p:spPr>
          <a:xfrm>
            <a:off x="5134117" y="1404713"/>
            <a:ext cx="0" cy="6687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D0FBD3DD-3FDB-4114-98AC-178D40253DEA}"/>
              </a:ext>
            </a:extLst>
          </p:cNvPr>
          <p:cNvCxnSpPr>
            <a:cxnSpLocks/>
          </p:cNvCxnSpPr>
          <p:nvPr/>
        </p:nvCxnSpPr>
        <p:spPr>
          <a:xfrm>
            <a:off x="5383176" y="1404713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FE0B640D-BD0A-4D06-9FBF-A4BFA515F2AF}"/>
              </a:ext>
            </a:extLst>
          </p:cNvPr>
          <p:cNvCxnSpPr>
            <a:cxnSpLocks/>
          </p:cNvCxnSpPr>
          <p:nvPr/>
        </p:nvCxnSpPr>
        <p:spPr>
          <a:xfrm flipV="1">
            <a:off x="5390323" y="1907481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 153">
            <a:extLst>
              <a:ext uri="{FF2B5EF4-FFF2-40B4-BE49-F238E27FC236}">
                <a16:creationId xmlns:a16="http://schemas.microsoft.com/office/drawing/2014/main" id="{FA9F2C59-98BB-4C24-8356-6A45C6C8018C}"/>
              </a:ext>
            </a:extLst>
          </p:cNvPr>
          <p:cNvSpPr/>
          <p:nvPr/>
        </p:nvSpPr>
        <p:spPr>
          <a:xfrm>
            <a:off x="4508234" y="1772471"/>
            <a:ext cx="447030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5" name="对象 154">
            <a:extLst>
              <a:ext uri="{FF2B5EF4-FFF2-40B4-BE49-F238E27FC236}">
                <a16:creationId xmlns:a16="http://schemas.microsoft.com/office/drawing/2014/main" id="{6EC1849F-5059-4C03-9B68-6D155E6B97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69984"/>
              </p:ext>
            </p:extLst>
          </p:nvPr>
        </p:nvGraphicFramePr>
        <p:xfrm>
          <a:off x="4519613" y="1765300"/>
          <a:ext cx="431800" cy="13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" name="Equation" r:id="rId39" imgW="838080" imgH="253800" progId="Equation.DSMT4">
                  <p:embed/>
                </p:oleObj>
              </mc:Choice>
              <mc:Fallback>
                <p:oleObj name="Equation" r:id="rId39" imgW="838080" imgH="253800" progId="Equation.DSMT4">
                  <p:embed/>
                  <p:pic>
                    <p:nvPicPr>
                      <p:cNvPr id="149" name="对象 148">
                        <a:extLst>
                          <a:ext uri="{FF2B5EF4-FFF2-40B4-BE49-F238E27FC236}">
                            <a16:creationId xmlns:a16="http://schemas.microsoft.com/office/drawing/2014/main" id="{1BAD3CE4-25A4-4378-BC4D-1C729E3371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519613" y="1765300"/>
                        <a:ext cx="431800" cy="13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30FA9795-4144-400B-A944-C15F3CA34701}"/>
              </a:ext>
            </a:extLst>
          </p:cNvPr>
          <p:cNvCxnSpPr>
            <a:cxnSpLocks/>
          </p:cNvCxnSpPr>
          <p:nvPr/>
        </p:nvCxnSpPr>
        <p:spPr>
          <a:xfrm flipV="1">
            <a:off x="4734906" y="1900825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矩形 156">
            <a:extLst>
              <a:ext uri="{FF2B5EF4-FFF2-40B4-BE49-F238E27FC236}">
                <a16:creationId xmlns:a16="http://schemas.microsoft.com/office/drawing/2014/main" id="{C974E2FB-F4D3-47A9-A7A8-A5A43234D374}"/>
              </a:ext>
            </a:extLst>
          </p:cNvPr>
          <p:cNvSpPr/>
          <p:nvPr/>
        </p:nvSpPr>
        <p:spPr>
          <a:xfrm>
            <a:off x="5169829" y="1773582"/>
            <a:ext cx="453994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8" name="对象 157">
            <a:extLst>
              <a:ext uri="{FF2B5EF4-FFF2-40B4-BE49-F238E27FC236}">
                <a16:creationId xmlns:a16="http://schemas.microsoft.com/office/drawing/2014/main" id="{89CBDFD9-2E99-4DEB-AEFC-EA558D3A5B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767135"/>
              </p:ext>
            </p:extLst>
          </p:nvPr>
        </p:nvGraphicFramePr>
        <p:xfrm>
          <a:off x="5189538" y="1771650"/>
          <a:ext cx="417512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5" name="Equation" r:id="rId41" imgW="838080" imgH="253800" progId="Equation.DSMT4">
                  <p:embed/>
                </p:oleObj>
              </mc:Choice>
              <mc:Fallback>
                <p:oleObj name="Equation" r:id="rId41" imgW="838080" imgH="253800" progId="Equation.DSMT4">
                  <p:embed/>
                  <p:pic>
                    <p:nvPicPr>
                      <p:cNvPr id="151" name="对象 150">
                        <a:extLst>
                          <a:ext uri="{FF2B5EF4-FFF2-40B4-BE49-F238E27FC236}">
                            <a16:creationId xmlns:a16="http://schemas.microsoft.com/office/drawing/2014/main" id="{B5865BDE-92F1-4802-91F4-63EC2B3E18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189538" y="1771650"/>
                        <a:ext cx="417512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5F31ABC1-B10A-43D5-964E-EA2F1F5450AD}"/>
              </a:ext>
            </a:extLst>
          </p:cNvPr>
          <p:cNvCxnSpPr>
            <a:cxnSpLocks/>
          </p:cNvCxnSpPr>
          <p:nvPr/>
        </p:nvCxnSpPr>
        <p:spPr>
          <a:xfrm>
            <a:off x="1935936" y="3079003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>
            <a:extLst>
              <a:ext uri="{FF2B5EF4-FFF2-40B4-BE49-F238E27FC236}">
                <a16:creationId xmlns:a16="http://schemas.microsoft.com/office/drawing/2014/main" id="{335445F0-C19E-420D-BC96-DF67F01374F0}"/>
              </a:ext>
            </a:extLst>
          </p:cNvPr>
          <p:cNvSpPr/>
          <p:nvPr/>
        </p:nvSpPr>
        <p:spPr>
          <a:xfrm>
            <a:off x="1677927" y="3253389"/>
            <a:ext cx="654999" cy="13912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1" name="对象 160">
            <a:extLst>
              <a:ext uri="{FF2B5EF4-FFF2-40B4-BE49-F238E27FC236}">
                <a16:creationId xmlns:a16="http://schemas.microsoft.com/office/drawing/2014/main" id="{7173F0B0-B186-4FD8-A418-0E2AE76916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217921"/>
              </p:ext>
            </p:extLst>
          </p:nvPr>
        </p:nvGraphicFramePr>
        <p:xfrm>
          <a:off x="1774825" y="3246438"/>
          <a:ext cx="463550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6" name="Equation" r:id="rId43" imgW="799920" imgH="253800" progId="Equation.DSMT4">
                  <p:embed/>
                </p:oleObj>
              </mc:Choice>
              <mc:Fallback>
                <p:oleObj name="Equation" r:id="rId43" imgW="799920" imgH="253800" progId="Equation.DSMT4">
                  <p:embed/>
                  <p:pic>
                    <p:nvPicPr>
                      <p:cNvPr id="156" name="对象 155">
                        <a:extLst>
                          <a:ext uri="{FF2B5EF4-FFF2-40B4-BE49-F238E27FC236}">
                            <a16:creationId xmlns:a16="http://schemas.microsoft.com/office/drawing/2014/main" id="{BC8F991E-0229-4F7C-9635-D1658E234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774825" y="3246438"/>
                        <a:ext cx="463550" cy="14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13EC76AE-4D20-4102-88AC-148B265AE48D}"/>
              </a:ext>
            </a:extLst>
          </p:cNvPr>
          <p:cNvCxnSpPr>
            <a:cxnSpLocks/>
          </p:cNvCxnSpPr>
          <p:nvPr/>
        </p:nvCxnSpPr>
        <p:spPr>
          <a:xfrm flipV="1">
            <a:off x="1929278" y="3581688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DDF6FED4-0884-4D2B-8B11-F63DE6FF2F19}"/>
              </a:ext>
            </a:extLst>
          </p:cNvPr>
          <p:cNvCxnSpPr>
            <a:cxnSpLocks/>
          </p:cNvCxnSpPr>
          <p:nvPr/>
        </p:nvCxnSpPr>
        <p:spPr>
          <a:xfrm>
            <a:off x="2563541" y="3077315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1F397282-449C-415C-A770-E27E8C3492F5}"/>
              </a:ext>
            </a:extLst>
          </p:cNvPr>
          <p:cNvCxnSpPr>
            <a:cxnSpLocks/>
          </p:cNvCxnSpPr>
          <p:nvPr/>
        </p:nvCxnSpPr>
        <p:spPr>
          <a:xfrm>
            <a:off x="2820237" y="3071607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A7A51376-C300-481F-A68E-DEC2553B13B5}"/>
              </a:ext>
            </a:extLst>
          </p:cNvPr>
          <p:cNvCxnSpPr>
            <a:cxnSpLocks/>
          </p:cNvCxnSpPr>
          <p:nvPr/>
        </p:nvCxnSpPr>
        <p:spPr>
          <a:xfrm flipV="1">
            <a:off x="2827384" y="3574375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6" name="对象 165">
            <a:extLst>
              <a:ext uri="{FF2B5EF4-FFF2-40B4-BE49-F238E27FC236}">
                <a16:creationId xmlns:a16="http://schemas.microsoft.com/office/drawing/2014/main" id="{68C801C6-C8F4-4DAC-B3CE-040152EE92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306703"/>
              </p:ext>
            </p:extLst>
          </p:nvPr>
        </p:nvGraphicFramePr>
        <p:xfrm>
          <a:off x="2860271" y="3607890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7" name="Equation" r:id="rId45" imgW="152347" imgH="108027" progId="Equation.DSMT4">
                  <p:embed/>
                </p:oleObj>
              </mc:Choice>
              <mc:Fallback>
                <p:oleObj name="Equation" r:id="rId45" imgW="152347" imgH="108027" progId="Equation.DSMT4">
                  <p:embed/>
                  <p:pic>
                    <p:nvPicPr>
                      <p:cNvPr id="171" name="对象 170">
                        <a:extLst>
                          <a:ext uri="{FF2B5EF4-FFF2-40B4-BE49-F238E27FC236}">
                            <a16:creationId xmlns:a16="http://schemas.microsoft.com/office/drawing/2014/main" id="{39AD589D-8E4A-48A7-B47E-E12E314A40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860271" y="3607890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89FF909F-BC6E-4079-9B99-618BB6719DE0}"/>
              </a:ext>
            </a:extLst>
          </p:cNvPr>
          <p:cNvCxnSpPr>
            <a:cxnSpLocks/>
          </p:cNvCxnSpPr>
          <p:nvPr/>
        </p:nvCxnSpPr>
        <p:spPr>
          <a:xfrm>
            <a:off x="3545556" y="3081038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21E0C654-4388-4F8B-A0F5-240503A04420}"/>
              </a:ext>
            </a:extLst>
          </p:cNvPr>
          <p:cNvCxnSpPr>
            <a:cxnSpLocks/>
          </p:cNvCxnSpPr>
          <p:nvPr/>
        </p:nvCxnSpPr>
        <p:spPr>
          <a:xfrm>
            <a:off x="3802252" y="3075330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2C16EC2B-D415-409D-8ACF-37B6A8FF9456}"/>
              </a:ext>
            </a:extLst>
          </p:cNvPr>
          <p:cNvCxnSpPr>
            <a:cxnSpLocks/>
          </p:cNvCxnSpPr>
          <p:nvPr/>
        </p:nvCxnSpPr>
        <p:spPr>
          <a:xfrm flipV="1">
            <a:off x="3809399" y="3578098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0" name="对象 169">
            <a:extLst>
              <a:ext uri="{FF2B5EF4-FFF2-40B4-BE49-F238E27FC236}">
                <a16:creationId xmlns:a16="http://schemas.microsoft.com/office/drawing/2014/main" id="{E1BD9AAB-A799-4DF4-8B9C-6A57702263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03359"/>
              </p:ext>
            </p:extLst>
          </p:nvPr>
        </p:nvGraphicFramePr>
        <p:xfrm>
          <a:off x="3842286" y="3611613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8" name="Equation" r:id="rId47" imgW="152347" imgH="108027" progId="Equation.DSMT4">
                  <p:embed/>
                </p:oleObj>
              </mc:Choice>
              <mc:Fallback>
                <p:oleObj name="Equation" r:id="rId47" imgW="152347" imgH="108027" progId="Equation.DSMT4">
                  <p:embed/>
                  <p:pic>
                    <p:nvPicPr>
                      <p:cNvPr id="183" name="对象 182">
                        <a:extLst>
                          <a:ext uri="{FF2B5EF4-FFF2-40B4-BE49-F238E27FC236}">
                            <a16:creationId xmlns:a16="http://schemas.microsoft.com/office/drawing/2014/main" id="{212FD645-F660-4687-8C12-CCAE800518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3842286" y="3611613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0EA739DD-D82F-49D8-AB4B-E5AF39DBDDD5}"/>
              </a:ext>
            </a:extLst>
          </p:cNvPr>
          <p:cNvCxnSpPr>
            <a:cxnSpLocks/>
          </p:cNvCxnSpPr>
          <p:nvPr/>
        </p:nvCxnSpPr>
        <p:spPr>
          <a:xfrm>
            <a:off x="4893127" y="3083145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8B5FF09B-3AE1-44CA-A9A9-DB4A73E4BAF4}"/>
              </a:ext>
            </a:extLst>
          </p:cNvPr>
          <p:cNvCxnSpPr>
            <a:cxnSpLocks/>
          </p:cNvCxnSpPr>
          <p:nvPr/>
        </p:nvCxnSpPr>
        <p:spPr>
          <a:xfrm>
            <a:off x="5149823" y="3077437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8FC9C173-33D3-4AC8-8179-849A2429796C}"/>
              </a:ext>
            </a:extLst>
          </p:cNvPr>
          <p:cNvCxnSpPr>
            <a:cxnSpLocks/>
          </p:cNvCxnSpPr>
          <p:nvPr/>
        </p:nvCxnSpPr>
        <p:spPr>
          <a:xfrm flipV="1">
            <a:off x="5156970" y="3580205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4" name="对象 173">
            <a:extLst>
              <a:ext uri="{FF2B5EF4-FFF2-40B4-BE49-F238E27FC236}">
                <a16:creationId xmlns:a16="http://schemas.microsoft.com/office/drawing/2014/main" id="{8EB528D7-6930-4857-AB35-A800B3EC3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945187"/>
              </p:ext>
            </p:extLst>
          </p:nvPr>
        </p:nvGraphicFramePr>
        <p:xfrm>
          <a:off x="5189857" y="3613720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9" name="Equation" r:id="rId48" imgW="152347" imgH="108027" progId="Equation.DSMT4">
                  <p:embed/>
                </p:oleObj>
              </mc:Choice>
              <mc:Fallback>
                <p:oleObj name="Equation" r:id="rId48" imgW="152347" imgH="108027" progId="Equation.DSMT4">
                  <p:embed/>
                  <p:pic>
                    <p:nvPicPr>
                      <p:cNvPr id="195" name="对象 194">
                        <a:extLst>
                          <a:ext uri="{FF2B5EF4-FFF2-40B4-BE49-F238E27FC236}">
                            <a16:creationId xmlns:a16="http://schemas.microsoft.com/office/drawing/2014/main" id="{CE731F5D-25C5-42B2-B0AF-6338CC65BC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189857" y="3613720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" name="椭圆 174">
            <a:extLst>
              <a:ext uri="{FF2B5EF4-FFF2-40B4-BE49-F238E27FC236}">
                <a16:creationId xmlns:a16="http://schemas.microsoft.com/office/drawing/2014/main" id="{A3B83668-F08D-4692-A929-A1BC97475F1D}"/>
              </a:ext>
            </a:extLst>
          </p:cNvPr>
          <p:cNvSpPr/>
          <p:nvPr/>
        </p:nvSpPr>
        <p:spPr>
          <a:xfrm>
            <a:off x="4699197" y="327193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BBCD4562-1C6F-46ED-8FAC-DCFAF166D833}"/>
              </a:ext>
            </a:extLst>
          </p:cNvPr>
          <p:cNvSpPr/>
          <p:nvPr/>
        </p:nvSpPr>
        <p:spPr>
          <a:xfrm>
            <a:off x="4697983" y="347188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graphicFrame>
        <p:nvGraphicFramePr>
          <p:cNvPr id="177" name="对象 176">
            <a:extLst>
              <a:ext uri="{FF2B5EF4-FFF2-40B4-BE49-F238E27FC236}">
                <a16:creationId xmlns:a16="http://schemas.microsoft.com/office/drawing/2014/main" id="{CA4A4851-78C9-471F-A867-53D2E90300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992354"/>
              </p:ext>
            </p:extLst>
          </p:nvPr>
        </p:nvGraphicFramePr>
        <p:xfrm>
          <a:off x="1711796" y="2425925"/>
          <a:ext cx="977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0" name="Equation" r:id="rId49" imgW="977760" imgH="203040" progId="Equation.DSMT4">
                  <p:embed/>
                </p:oleObj>
              </mc:Choice>
              <mc:Fallback>
                <p:oleObj name="Equation" r:id="rId49" imgW="977760" imgH="203040" progId="Equation.DSMT4">
                  <p:embed/>
                  <p:pic>
                    <p:nvPicPr>
                      <p:cNvPr id="144" name="对象 143">
                        <a:extLst>
                          <a:ext uri="{FF2B5EF4-FFF2-40B4-BE49-F238E27FC236}">
                            <a16:creationId xmlns:a16="http://schemas.microsoft.com/office/drawing/2014/main" id="{DF241B89-EE94-448D-8D59-A29FEC7ADA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711796" y="2425925"/>
                        <a:ext cx="977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对象 177">
            <a:extLst>
              <a:ext uri="{FF2B5EF4-FFF2-40B4-BE49-F238E27FC236}">
                <a16:creationId xmlns:a16="http://schemas.microsoft.com/office/drawing/2014/main" id="{42CABBEB-E448-41D0-AD66-66BB5ADE0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44956"/>
              </p:ext>
            </p:extLst>
          </p:nvPr>
        </p:nvGraphicFramePr>
        <p:xfrm>
          <a:off x="3799402" y="1366187"/>
          <a:ext cx="166759" cy="200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" name="Equation" r:id="rId51" imgW="190646" imgH="228813" progId="Equation.DSMT4">
                  <p:embed/>
                </p:oleObj>
              </mc:Choice>
              <mc:Fallback>
                <p:oleObj name="Equation" r:id="rId51" imgW="190646" imgH="228813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8EA03AC-42AD-4F44-A954-96106D8FE9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799402" y="1366187"/>
                        <a:ext cx="166759" cy="200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" name="对象 178">
            <a:extLst>
              <a:ext uri="{FF2B5EF4-FFF2-40B4-BE49-F238E27FC236}">
                <a16:creationId xmlns:a16="http://schemas.microsoft.com/office/drawing/2014/main" id="{44CEA73A-7D4D-4D31-ADEB-5E71D66E7C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254415"/>
              </p:ext>
            </p:extLst>
          </p:nvPr>
        </p:nvGraphicFramePr>
        <p:xfrm>
          <a:off x="4482576" y="1372048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2" name="Equation" r:id="rId53" imgW="171497" imgH="203295" progId="Equation.DSMT4">
                  <p:embed/>
                </p:oleObj>
              </mc:Choice>
              <mc:Fallback>
                <p:oleObj name="Equation" r:id="rId53" imgW="171497" imgH="203295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8684CDDA-880D-4707-9DDA-C62682DF82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4482576" y="1372048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" name="对象 179">
            <a:extLst>
              <a:ext uri="{FF2B5EF4-FFF2-40B4-BE49-F238E27FC236}">
                <a16:creationId xmlns:a16="http://schemas.microsoft.com/office/drawing/2014/main" id="{A9156D88-F9EE-4596-87B2-8001A313F7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78287"/>
              </p:ext>
            </p:extLst>
          </p:nvPr>
        </p:nvGraphicFramePr>
        <p:xfrm>
          <a:off x="5129837" y="1371198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3" name="Equation" r:id="rId55" imgW="171497" imgH="203295" progId="Equation.DSMT4">
                  <p:embed/>
                </p:oleObj>
              </mc:Choice>
              <mc:Fallback>
                <p:oleObj name="Equation" r:id="rId55" imgW="171497" imgH="203295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60DB32FD-5875-481E-A3FB-8C2F582D86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5129837" y="1371198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" name="对象 180">
            <a:extLst>
              <a:ext uri="{FF2B5EF4-FFF2-40B4-BE49-F238E27FC236}">
                <a16:creationId xmlns:a16="http://schemas.microsoft.com/office/drawing/2014/main" id="{F1191C71-1019-490D-A637-BA1C243AA4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289272"/>
              </p:ext>
            </p:extLst>
          </p:nvPr>
        </p:nvGraphicFramePr>
        <p:xfrm>
          <a:off x="4757864" y="1430278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4" name="Equation" r:id="rId57" imgW="184263" imgH="127165" progId="Equation.DSMT4">
                  <p:embed/>
                </p:oleObj>
              </mc:Choice>
              <mc:Fallback>
                <p:oleObj name="Equation" r:id="rId57" imgW="184263" imgH="127165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35A29FBC-47F6-4E94-B109-E5D2A9510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4757864" y="1430278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" name="对象 181">
            <a:extLst>
              <a:ext uri="{FF2B5EF4-FFF2-40B4-BE49-F238E27FC236}">
                <a16:creationId xmlns:a16="http://schemas.microsoft.com/office/drawing/2014/main" id="{831C2BA0-0A2A-4B88-9025-E7B4086F41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237101"/>
              </p:ext>
            </p:extLst>
          </p:nvPr>
        </p:nvGraphicFramePr>
        <p:xfrm>
          <a:off x="5414091" y="1431264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5" name="Equation" r:id="rId59" imgW="184263" imgH="127165" progId="Equation.DSMT4">
                  <p:embed/>
                </p:oleObj>
              </mc:Choice>
              <mc:Fallback>
                <p:oleObj name="Equation" r:id="rId59" imgW="184263" imgH="127165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BB00DAF7-146A-4090-8157-DA275C54C9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5414091" y="1431264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" name="对象 182">
            <a:extLst>
              <a:ext uri="{FF2B5EF4-FFF2-40B4-BE49-F238E27FC236}">
                <a16:creationId xmlns:a16="http://schemas.microsoft.com/office/drawing/2014/main" id="{092B3E12-7ADB-473D-9B31-8E19DE03A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92951"/>
              </p:ext>
            </p:extLst>
          </p:nvPr>
        </p:nvGraphicFramePr>
        <p:xfrm>
          <a:off x="4081067" y="1934423"/>
          <a:ext cx="180976" cy="126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6" name="Equation" r:id="rId33" imgW="291960" imgH="203040" progId="Equation.DSMT4">
                  <p:embed/>
                </p:oleObj>
              </mc:Choice>
              <mc:Fallback>
                <p:oleObj name="Equation" r:id="rId33" imgW="291960" imgH="203040" progId="Equation.DSMT4">
                  <p:embed/>
                  <p:pic>
                    <p:nvPicPr>
                      <p:cNvPr id="152" name="对象 151">
                        <a:extLst>
                          <a:ext uri="{FF2B5EF4-FFF2-40B4-BE49-F238E27FC236}">
                            <a16:creationId xmlns:a16="http://schemas.microsoft.com/office/drawing/2014/main" id="{DF85F1B4-C0EF-4FDC-81D5-84F42673A9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081067" y="1934423"/>
                        <a:ext cx="180976" cy="126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对象 183">
            <a:extLst>
              <a:ext uri="{FF2B5EF4-FFF2-40B4-BE49-F238E27FC236}">
                <a16:creationId xmlns:a16="http://schemas.microsoft.com/office/drawing/2014/main" id="{163E187A-46F0-49F4-A8E6-A3DAF577B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890341"/>
              </p:ext>
            </p:extLst>
          </p:nvPr>
        </p:nvGraphicFramePr>
        <p:xfrm>
          <a:off x="4759713" y="1926931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7" name="Equation" r:id="rId61" imgW="184263" imgH="127165" progId="Equation.DSMT4">
                  <p:embed/>
                </p:oleObj>
              </mc:Choice>
              <mc:Fallback>
                <p:oleObj name="Equation" r:id="rId61" imgW="184263" imgH="127165" progId="Equation.DSMT4">
                  <p:embed/>
                  <p:pic>
                    <p:nvPicPr>
                      <p:cNvPr id="202" name="对象 201">
                        <a:extLst>
                          <a:ext uri="{FF2B5EF4-FFF2-40B4-BE49-F238E27FC236}">
                            <a16:creationId xmlns:a16="http://schemas.microsoft.com/office/drawing/2014/main" id="{59D7A291-72AA-4441-B8AE-876A3ED881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4759713" y="1926931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对象 184">
            <a:extLst>
              <a:ext uri="{FF2B5EF4-FFF2-40B4-BE49-F238E27FC236}">
                <a16:creationId xmlns:a16="http://schemas.microsoft.com/office/drawing/2014/main" id="{C466EDBD-DCC9-45DB-904B-811BE98753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789285"/>
              </p:ext>
            </p:extLst>
          </p:nvPr>
        </p:nvGraphicFramePr>
        <p:xfrm>
          <a:off x="5425326" y="1937581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8" name="Equation" r:id="rId62" imgW="184263" imgH="127165" progId="Equation.DSMT4">
                  <p:embed/>
                </p:oleObj>
              </mc:Choice>
              <mc:Fallback>
                <p:oleObj name="Equation" r:id="rId62" imgW="184263" imgH="127165" progId="Equation.DSMT4">
                  <p:embed/>
                  <p:pic>
                    <p:nvPicPr>
                      <p:cNvPr id="203" name="对象 202">
                        <a:extLst>
                          <a:ext uri="{FF2B5EF4-FFF2-40B4-BE49-F238E27FC236}">
                            <a16:creationId xmlns:a16="http://schemas.microsoft.com/office/drawing/2014/main" id="{C32741B4-BDA2-4147-B247-EF8248399E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5425326" y="1937581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" name="矩形 185">
            <a:extLst>
              <a:ext uri="{FF2B5EF4-FFF2-40B4-BE49-F238E27FC236}">
                <a16:creationId xmlns:a16="http://schemas.microsoft.com/office/drawing/2014/main" id="{DF18240F-2241-448E-819E-16368587888B}"/>
              </a:ext>
            </a:extLst>
          </p:cNvPr>
          <p:cNvSpPr/>
          <p:nvPr/>
        </p:nvSpPr>
        <p:spPr>
          <a:xfrm>
            <a:off x="4504765" y="1569763"/>
            <a:ext cx="452832" cy="13607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87" name="对象 186">
            <a:extLst>
              <a:ext uri="{FF2B5EF4-FFF2-40B4-BE49-F238E27FC236}">
                <a16:creationId xmlns:a16="http://schemas.microsoft.com/office/drawing/2014/main" id="{D70C18F9-6E3C-486E-AB27-73DA5A0D94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226284"/>
              </p:ext>
            </p:extLst>
          </p:nvPr>
        </p:nvGraphicFramePr>
        <p:xfrm>
          <a:off x="4508500" y="1570038"/>
          <a:ext cx="452438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9" name="Equation" r:id="rId63" imgW="914400" imgH="266400" progId="Equation.DSMT4">
                  <p:embed/>
                </p:oleObj>
              </mc:Choice>
              <mc:Fallback>
                <p:oleObj name="Equation" r:id="rId63" imgW="914400" imgH="266400" progId="Equation.DSMT4">
                  <p:embed/>
                  <p:pic>
                    <p:nvPicPr>
                      <p:cNvPr id="205" name="对象 204">
                        <a:extLst>
                          <a:ext uri="{FF2B5EF4-FFF2-40B4-BE49-F238E27FC236}">
                            <a16:creationId xmlns:a16="http://schemas.microsoft.com/office/drawing/2014/main" id="{B7C6625E-13D8-471B-8C86-2501C9C7AF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4508500" y="1570038"/>
                        <a:ext cx="452438" cy="13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" name="矩形 187">
            <a:extLst>
              <a:ext uri="{FF2B5EF4-FFF2-40B4-BE49-F238E27FC236}">
                <a16:creationId xmlns:a16="http://schemas.microsoft.com/office/drawing/2014/main" id="{E6578AEE-AFC8-4AF6-867F-2FA989E9893B}"/>
              </a:ext>
            </a:extLst>
          </p:cNvPr>
          <p:cNvSpPr/>
          <p:nvPr/>
        </p:nvSpPr>
        <p:spPr>
          <a:xfrm>
            <a:off x="5171815" y="1569763"/>
            <a:ext cx="452832" cy="13607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89" name="对象 188">
            <a:extLst>
              <a:ext uri="{FF2B5EF4-FFF2-40B4-BE49-F238E27FC236}">
                <a16:creationId xmlns:a16="http://schemas.microsoft.com/office/drawing/2014/main" id="{F6429540-CF48-400C-95A4-19479F9688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389691"/>
              </p:ext>
            </p:extLst>
          </p:nvPr>
        </p:nvGraphicFramePr>
        <p:xfrm>
          <a:off x="5178425" y="1570038"/>
          <a:ext cx="446088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0" name="Equation" r:id="rId65" imgW="901440" imgH="266400" progId="Equation.DSMT4">
                  <p:embed/>
                </p:oleObj>
              </mc:Choice>
              <mc:Fallback>
                <p:oleObj name="Equation" r:id="rId65" imgW="901440" imgH="266400" progId="Equation.DSMT4">
                  <p:embed/>
                  <p:pic>
                    <p:nvPicPr>
                      <p:cNvPr id="207" name="对象 206">
                        <a:extLst>
                          <a:ext uri="{FF2B5EF4-FFF2-40B4-BE49-F238E27FC236}">
                            <a16:creationId xmlns:a16="http://schemas.microsoft.com/office/drawing/2014/main" id="{FEA10930-0776-4141-9715-7C697D192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5178425" y="1570038"/>
                        <a:ext cx="446088" cy="13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" name="对象 189">
            <a:extLst>
              <a:ext uri="{FF2B5EF4-FFF2-40B4-BE49-F238E27FC236}">
                <a16:creationId xmlns:a16="http://schemas.microsoft.com/office/drawing/2014/main" id="{28C72A30-90E8-4DB6-8C88-904931AAF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995953"/>
              </p:ext>
            </p:extLst>
          </p:nvPr>
        </p:nvGraphicFramePr>
        <p:xfrm>
          <a:off x="3078432" y="1442415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1" name="Equation" r:id="rId67" imgW="184263" imgH="127165" progId="Equation.DSMT4">
                  <p:embed/>
                </p:oleObj>
              </mc:Choice>
              <mc:Fallback>
                <p:oleObj name="Equation" r:id="rId67" imgW="184263" imgH="127165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B964520C-9CEC-42BC-A1DD-FE5DE7E84B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3078432" y="1442415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" name="对象 190">
            <a:extLst>
              <a:ext uri="{FF2B5EF4-FFF2-40B4-BE49-F238E27FC236}">
                <a16:creationId xmlns:a16="http://schemas.microsoft.com/office/drawing/2014/main" id="{5B5252E5-BDDC-4430-9BDC-F930EBEC57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796278"/>
              </p:ext>
            </p:extLst>
          </p:nvPr>
        </p:nvGraphicFramePr>
        <p:xfrm>
          <a:off x="3080116" y="1929489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2" name="Equation" r:id="rId68" imgW="184263" imgH="127165" progId="Equation.DSMT4">
                  <p:embed/>
                </p:oleObj>
              </mc:Choice>
              <mc:Fallback>
                <p:oleObj name="Equation" r:id="rId68" imgW="184263" imgH="127165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98E01CA9-52DA-416A-992C-5BB8D75025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3080116" y="1929489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" name="对象 191">
            <a:extLst>
              <a:ext uri="{FF2B5EF4-FFF2-40B4-BE49-F238E27FC236}">
                <a16:creationId xmlns:a16="http://schemas.microsoft.com/office/drawing/2014/main" id="{5C1521E7-DDD8-4B3C-AABA-6214E6141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10519"/>
              </p:ext>
            </p:extLst>
          </p:nvPr>
        </p:nvGraphicFramePr>
        <p:xfrm>
          <a:off x="2824163" y="1557338"/>
          <a:ext cx="500062" cy="15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3" name="Equation" r:id="rId69" imgW="838080" imgH="253800" progId="Equation.DSMT4">
                  <p:embed/>
                </p:oleObj>
              </mc:Choice>
              <mc:Fallback>
                <p:oleObj name="Equation" r:id="rId69" imgW="838080" imgH="2538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B0135D92-A9E4-4219-B0E1-3BCF444BDF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2824163" y="1557338"/>
                        <a:ext cx="500062" cy="150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" name="对象 192">
            <a:extLst>
              <a:ext uri="{FF2B5EF4-FFF2-40B4-BE49-F238E27FC236}">
                <a16:creationId xmlns:a16="http://schemas.microsoft.com/office/drawing/2014/main" id="{23BC29CB-36C8-46B7-8C52-C7A4307A2B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109052"/>
              </p:ext>
            </p:extLst>
          </p:nvPr>
        </p:nvGraphicFramePr>
        <p:xfrm>
          <a:off x="2819400" y="1762125"/>
          <a:ext cx="52070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4" name="Equation" r:id="rId71" imgW="838080" imgH="253800" progId="Equation.DSMT4">
                  <p:embed/>
                </p:oleObj>
              </mc:Choice>
              <mc:Fallback>
                <p:oleObj name="Equation" r:id="rId71" imgW="838080" imgH="25380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E74CAB61-C103-4619-A093-9C3997315D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2819400" y="1762125"/>
                        <a:ext cx="520700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" name="对象 193">
            <a:extLst>
              <a:ext uri="{FF2B5EF4-FFF2-40B4-BE49-F238E27FC236}">
                <a16:creationId xmlns:a16="http://schemas.microsoft.com/office/drawing/2014/main" id="{936EABD9-46F2-4E30-AECD-81168E4FD7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984112"/>
              </p:ext>
            </p:extLst>
          </p:nvPr>
        </p:nvGraphicFramePr>
        <p:xfrm>
          <a:off x="3776918" y="2064115"/>
          <a:ext cx="497498" cy="225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5" name="Equation" r:id="rId73" imgW="533160" imgH="241200" progId="Equation.DSMT4">
                  <p:embed/>
                </p:oleObj>
              </mc:Choice>
              <mc:Fallback>
                <p:oleObj name="Equation" r:id="rId73" imgW="533160" imgH="2412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C0ACDF08-C391-4549-890E-464DF3E3C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3776918" y="2064115"/>
                        <a:ext cx="497498" cy="225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" name="对象 194">
            <a:extLst>
              <a:ext uri="{FF2B5EF4-FFF2-40B4-BE49-F238E27FC236}">
                <a16:creationId xmlns:a16="http://schemas.microsoft.com/office/drawing/2014/main" id="{002CD915-A354-4599-BFB3-64C1FE8F01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212859"/>
              </p:ext>
            </p:extLst>
          </p:nvPr>
        </p:nvGraphicFramePr>
        <p:xfrm>
          <a:off x="5098407" y="2051743"/>
          <a:ext cx="49530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6" name="Equation" r:id="rId75" imgW="495340" imgH="222433" progId="Equation.DSMT4">
                  <p:embed/>
                </p:oleObj>
              </mc:Choice>
              <mc:Fallback>
                <p:oleObj name="Equation" r:id="rId75" imgW="495340" imgH="222433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8B1DFD5B-C09E-429F-8C84-10B2555567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5098407" y="2051743"/>
                        <a:ext cx="495300" cy="222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" name="对象 195">
            <a:extLst>
              <a:ext uri="{FF2B5EF4-FFF2-40B4-BE49-F238E27FC236}">
                <a16:creationId xmlns:a16="http://schemas.microsoft.com/office/drawing/2014/main" id="{29515488-DEE5-42AC-9647-0404E3E89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117884"/>
              </p:ext>
            </p:extLst>
          </p:nvPr>
        </p:nvGraphicFramePr>
        <p:xfrm>
          <a:off x="4448563" y="2060327"/>
          <a:ext cx="49530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" name="Equation" r:id="rId77" imgW="495340" imgH="222433" progId="Equation.DSMT4">
                  <p:embed/>
                </p:oleObj>
              </mc:Choice>
              <mc:Fallback>
                <p:oleObj name="Equation" r:id="rId77" imgW="495340" imgH="222433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7C3DE15D-15FD-4E2B-A3A3-535335BEC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4448563" y="2060327"/>
                        <a:ext cx="495300" cy="222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" name="对象 196">
            <a:extLst>
              <a:ext uri="{FF2B5EF4-FFF2-40B4-BE49-F238E27FC236}">
                <a16:creationId xmlns:a16="http://schemas.microsoft.com/office/drawing/2014/main" id="{1DDBA277-75D5-4551-BE88-21B72DDB08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127759"/>
              </p:ext>
            </p:extLst>
          </p:nvPr>
        </p:nvGraphicFramePr>
        <p:xfrm>
          <a:off x="1622853" y="3048741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8" name="Equation" r:id="rId79" imgW="171497" imgH="203295" progId="Equation.DSMT4">
                  <p:embed/>
                </p:oleObj>
              </mc:Choice>
              <mc:Fallback>
                <p:oleObj name="Equation" r:id="rId79" imgW="171497" imgH="203295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97B465DF-A719-48DB-9A3A-72B9477D02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622853" y="3048741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" name="对象 197">
            <a:extLst>
              <a:ext uri="{FF2B5EF4-FFF2-40B4-BE49-F238E27FC236}">
                <a16:creationId xmlns:a16="http://schemas.microsoft.com/office/drawing/2014/main" id="{9C47153B-A122-41C3-A763-25DF7A41B9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100198"/>
              </p:ext>
            </p:extLst>
          </p:nvPr>
        </p:nvGraphicFramePr>
        <p:xfrm>
          <a:off x="1976563" y="3115116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9" name="Equation" r:id="rId80" imgW="184263" imgH="127165" progId="Equation.DSMT4">
                  <p:embed/>
                </p:oleObj>
              </mc:Choice>
              <mc:Fallback>
                <p:oleObj name="Equation" r:id="rId80" imgW="184263" imgH="127165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D01F452C-CA4D-40E2-950B-317FFE92CB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1976563" y="3115116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" name="对象 198">
            <a:extLst>
              <a:ext uri="{FF2B5EF4-FFF2-40B4-BE49-F238E27FC236}">
                <a16:creationId xmlns:a16="http://schemas.microsoft.com/office/drawing/2014/main" id="{53CEA16A-CA51-43E7-9940-9B5DDDCCEE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681902"/>
              </p:ext>
            </p:extLst>
          </p:nvPr>
        </p:nvGraphicFramePr>
        <p:xfrm>
          <a:off x="2868808" y="3115079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0" name="Equation" r:id="rId82" imgW="184263" imgH="127165" progId="Equation.DSMT4">
                  <p:embed/>
                </p:oleObj>
              </mc:Choice>
              <mc:Fallback>
                <p:oleObj name="Equation" r:id="rId82" imgW="184263" imgH="127165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9D1C62FA-884B-40B4-BC1A-F9CA56948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2868808" y="3115079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" name="对象 199">
            <a:extLst>
              <a:ext uri="{FF2B5EF4-FFF2-40B4-BE49-F238E27FC236}">
                <a16:creationId xmlns:a16="http://schemas.microsoft.com/office/drawing/2014/main" id="{05D9C341-CA2A-46F9-B63F-1456872863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135516"/>
              </p:ext>
            </p:extLst>
          </p:nvPr>
        </p:nvGraphicFramePr>
        <p:xfrm>
          <a:off x="3845615" y="3121766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1" name="Equation" r:id="rId84" imgW="184263" imgH="127165" progId="Equation.DSMT4">
                  <p:embed/>
                </p:oleObj>
              </mc:Choice>
              <mc:Fallback>
                <p:oleObj name="Equation" r:id="rId84" imgW="184263" imgH="127165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5D248BBD-7C6D-43FF-AB0E-24F128FC4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3845615" y="3121766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" name="对象 200">
            <a:extLst>
              <a:ext uri="{FF2B5EF4-FFF2-40B4-BE49-F238E27FC236}">
                <a16:creationId xmlns:a16="http://schemas.microsoft.com/office/drawing/2014/main" id="{DBCAA416-5AD7-4D4B-BA78-E5F80B2A2C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953236"/>
              </p:ext>
            </p:extLst>
          </p:nvPr>
        </p:nvGraphicFramePr>
        <p:xfrm>
          <a:off x="5189174" y="3115504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2" name="Equation" r:id="rId85" imgW="184263" imgH="127165" progId="Equation.DSMT4">
                  <p:embed/>
                </p:oleObj>
              </mc:Choice>
              <mc:Fallback>
                <p:oleObj name="Equation" r:id="rId85" imgW="184263" imgH="127165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46E71FD8-F7E0-46BF-91F8-A81A16DA49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5189174" y="3115504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" name="对象 201">
            <a:extLst>
              <a:ext uri="{FF2B5EF4-FFF2-40B4-BE49-F238E27FC236}">
                <a16:creationId xmlns:a16="http://schemas.microsoft.com/office/drawing/2014/main" id="{24C5BE25-6CC2-4C4C-8A14-10FFAA0C9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984598"/>
              </p:ext>
            </p:extLst>
          </p:nvPr>
        </p:nvGraphicFramePr>
        <p:xfrm>
          <a:off x="2576426" y="3045566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3" name="Equation" r:id="rId86" imgW="171497" imgH="203295" progId="Equation.DSMT4">
                  <p:embed/>
                </p:oleObj>
              </mc:Choice>
              <mc:Fallback>
                <p:oleObj name="Equation" r:id="rId86" imgW="171497" imgH="203295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C180C382-9CDF-4732-B953-3660359256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576426" y="3045566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" name="对象 202">
            <a:extLst>
              <a:ext uri="{FF2B5EF4-FFF2-40B4-BE49-F238E27FC236}">
                <a16:creationId xmlns:a16="http://schemas.microsoft.com/office/drawing/2014/main" id="{F6C5F9D3-D11A-45A2-8F8A-964269694A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07661"/>
              </p:ext>
            </p:extLst>
          </p:nvPr>
        </p:nvGraphicFramePr>
        <p:xfrm>
          <a:off x="3566716" y="3052344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4" name="Equation" r:id="rId87" imgW="171497" imgH="203295" progId="Equation.DSMT4">
                  <p:embed/>
                </p:oleObj>
              </mc:Choice>
              <mc:Fallback>
                <p:oleObj name="Equation" r:id="rId87" imgW="171497" imgH="203295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888BAED4-B829-4829-9034-41DA182B42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3566716" y="3052344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" name="对象 203">
            <a:extLst>
              <a:ext uri="{FF2B5EF4-FFF2-40B4-BE49-F238E27FC236}">
                <a16:creationId xmlns:a16="http://schemas.microsoft.com/office/drawing/2014/main" id="{7A0E2A3A-FA72-4717-877D-D8FFF7EB0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961838"/>
              </p:ext>
            </p:extLst>
          </p:nvPr>
        </p:nvGraphicFramePr>
        <p:xfrm>
          <a:off x="4906793" y="3057440"/>
          <a:ext cx="17145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5" name="Equation" r:id="rId88" imgW="171497" imgH="203295" progId="Equation.DSMT4">
                  <p:embed/>
                </p:oleObj>
              </mc:Choice>
              <mc:Fallback>
                <p:oleObj name="Equation" r:id="rId88" imgW="171497" imgH="203295" progId="Equation.DSMT4">
                  <p:embed/>
                  <p:pic>
                    <p:nvPicPr>
                      <p:cNvPr id="60" name="对象 59">
                        <a:extLst>
                          <a:ext uri="{FF2B5EF4-FFF2-40B4-BE49-F238E27FC236}">
                            <a16:creationId xmlns:a16="http://schemas.microsoft.com/office/drawing/2014/main" id="{FE0F2BA6-E865-4964-991B-5FB9F03B84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4906793" y="3057440"/>
                        <a:ext cx="17145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" name="矩形 204">
            <a:extLst>
              <a:ext uri="{FF2B5EF4-FFF2-40B4-BE49-F238E27FC236}">
                <a16:creationId xmlns:a16="http://schemas.microsoft.com/office/drawing/2014/main" id="{0F3B52DD-98A3-4BFE-8C0C-0A34605E4126}"/>
              </a:ext>
            </a:extLst>
          </p:cNvPr>
          <p:cNvSpPr/>
          <p:nvPr/>
        </p:nvSpPr>
        <p:spPr>
          <a:xfrm>
            <a:off x="1679468" y="3436210"/>
            <a:ext cx="654999" cy="13912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06" name="对象 205">
            <a:extLst>
              <a:ext uri="{FF2B5EF4-FFF2-40B4-BE49-F238E27FC236}">
                <a16:creationId xmlns:a16="http://schemas.microsoft.com/office/drawing/2014/main" id="{60358981-33BC-4C03-8A84-E15626FAE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364987"/>
              </p:ext>
            </p:extLst>
          </p:nvPr>
        </p:nvGraphicFramePr>
        <p:xfrm>
          <a:off x="1720850" y="3430588"/>
          <a:ext cx="573088" cy="14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6" name="Equation" r:id="rId89" imgW="990360" imgH="253800" progId="Equation.DSMT4">
                  <p:embed/>
                </p:oleObj>
              </mc:Choice>
              <mc:Fallback>
                <p:oleObj name="Equation" r:id="rId89" imgW="990360" imgH="253800" progId="Equation.DSMT4">
                  <p:embed/>
                  <p:pic>
                    <p:nvPicPr>
                      <p:cNvPr id="211" name="对象 210">
                        <a:extLst>
                          <a:ext uri="{FF2B5EF4-FFF2-40B4-BE49-F238E27FC236}">
                            <a16:creationId xmlns:a16="http://schemas.microsoft.com/office/drawing/2014/main" id="{828F6EC7-EB69-459F-A375-0BA15E78F7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0"/>
                      <a:stretch>
                        <a:fillRect/>
                      </a:stretch>
                    </p:blipFill>
                    <p:spPr>
                      <a:xfrm>
                        <a:off x="1720850" y="3430588"/>
                        <a:ext cx="573088" cy="14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" name="对象 206">
            <a:extLst>
              <a:ext uri="{FF2B5EF4-FFF2-40B4-BE49-F238E27FC236}">
                <a16:creationId xmlns:a16="http://schemas.microsoft.com/office/drawing/2014/main" id="{6784F911-41DA-4530-A10D-5866635D8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075030"/>
              </p:ext>
            </p:extLst>
          </p:nvPr>
        </p:nvGraphicFramePr>
        <p:xfrm>
          <a:off x="1970489" y="3607928"/>
          <a:ext cx="18415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7" name="Equation" r:id="rId91" imgW="184263" imgH="127165" progId="Equation.DSMT4">
                  <p:embed/>
                </p:oleObj>
              </mc:Choice>
              <mc:Fallback>
                <p:oleObj name="Equation" r:id="rId91" imgW="184263" imgH="127165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DE2C3B5C-0F36-4BAC-95CC-666534FA78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1970489" y="3607928"/>
                        <a:ext cx="18415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" name="对象 207">
            <a:extLst>
              <a:ext uri="{FF2B5EF4-FFF2-40B4-BE49-F238E27FC236}">
                <a16:creationId xmlns:a16="http://schemas.microsoft.com/office/drawing/2014/main" id="{F5E958F4-2659-481F-B399-77080CB6F8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501354"/>
              </p:ext>
            </p:extLst>
          </p:nvPr>
        </p:nvGraphicFramePr>
        <p:xfrm>
          <a:off x="1606550" y="3735388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8" name="Equation" r:id="rId92" imgW="698400" imgH="241200" progId="Equation.DSMT4">
                  <p:embed/>
                </p:oleObj>
              </mc:Choice>
              <mc:Fallback>
                <p:oleObj name="Equation" r:id="rId92" imgW="698400" imgH="24120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CB401843-3625-4967-88E7-FE0B4474BC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3"/>
                      <a:stretch>
                        <a:fillRect/>
                      </a:stretch>
                    </p:blipFill>
                    <p:spPr>
                      <a:xfrm>
                        <a:off x="1606550" y="3735388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" name="对象 208">
            <a:extLst>
              <a:ext uri="{FF2B5EF4-FFF2-40B4-BE49-F238E27FC236}">
                <a16:creationId xmlns:a16="http://schemas.microsoft.com/office/drawing/2014/main" id="{BD52FA4D-E0B3-45CD-83B7-37C75EC03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896621"/>
              </p:ext>
            </p:extLst>
          </p:nvPr>
        </p:nvGraphicFramePr>
        <p:xfrm>
          <a:off x="2519363" y="3725863"/>
          <a:ext cx="711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9" name="Equation" r:id="rId94" imgW="711000" imgH="241200" progId="Equation.DSMT4">
                  <p:embed/>
                </p:oleObj>
              </mc:Choice>
              <mc:Fallback>
                <p:oleObj name="Equation" r:id="rId94" imgW="711000" imgH="241200" progId="Equation.DSMT4">
                  <p:embed/>
                  <p:pic>
                    <p:nvPicPr>
                      <p:cNvPr id="64" name="对象 63">
                        <a:extLst>
                          <a:ext uri="{FF2B5EF4-FFF2-40B4-BE49-F238E27FC236}">
                            <a16:creationId xmlns:a16="http://schemas.microsoft.com/office/drawing/2014/main" id="{84E3CA9A-7452-493D-9C44-D80E7DDFEB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5"/>
                      <a:stretch>
                        <a:fillRect/>
                      </a:stretch>
                    </p:blipFill>
                    <p:spPr>
                      <a:xfrm>
                        <a:off x="2519363" y="3725863"/>
                        <a:ext cx="711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" name="对象 209">
            <a:extLst>
              <a:ext uri="{FF2B5EF4-FFF2-40B4-BE49-F238E27FC236}">
                <a16:creationId xmlns:a16="http://schemas.microsoft.com/office/drawing/2014/main" id="{2EF3A804-A5EE-4A91-A6B4-DB5C2E5B01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60181"/>
              </p:ext>
            </p:extLst>
          </p:nvPr>
        </p:nvGraphicFramePr>
        <p:xfrm>
          <a:off x="3499280" y="3733921"/>
          <a:ext cx="711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0" name="Equation" r:id="rId96" imgW="711000" imgH="241200" progId="Equation.DSMT4">
                  <p:embed/>
                </p:oleObj>
              </mc:Choice>
              <mc:Fallback>
                <p:oleObj name="Equation" r:id="rId96" imgW="711000" imgH="241200" progId="Equation.DSMT4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0B489F8F-DAC7-4EC4-A6F6-38D8FA9BB1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7"/>
                      <a:stretch>
                        <a:fillRect/>
                      </a:stretch>
                    </p:blipFill>
                    <p:spPr>
                      <a:xfrm>
                        <a:off x="3499280" y="3733921"/>
                        <a:ext cx="711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" name="对象 210">
            <a:extLst>
              <a:ext uri="{FF2B5EF4-FFF2-40B4-BE49-F238E27FC236}">
                <a16:creationId xmlns:a16="http://schemas.microsoft.com/office/drawing/2014/main" id="{E1373F0D-022A-44F8-BDA4-92ECDED92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228414"/>
              </p:ext>
            </p:extLst>
          </p:nvPr>
        </p:nvGraphicFramePr>
        <p:xfrm>
          <a:off x="4826000" y="3708400"/>
          <a:ext cx="774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1" name="Equation" r:id="rId98" imgW="774360" imgH="266400" progId="Equation.DSMT4">
                  <p:embed/>
                </p:oleObj>
              </mc:Choice>
              <mc:Fallback>
                <p:oleObj name="Equation" r:id="rId98" imgW="774360" imgH="26640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C0CABFA3-B08F-41BD-80D5-EA59325B4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9"/>
                      <a:stretch>
                        <a:fillRect/>
                      </a:stretch>
                    </p:blipFill>
                    <p:spPr>
                      <a:xfrm>
                        <a:off x="4826000" y="3708400"/>
                        <a:ext cx="774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" name="矩形 211">
            <a:extLst>
              <a:ext uri="{FF2B5EF4-FFF2-40B4-BE49-F238E27FC236}">
                <a16:creationId xmlns:a16="http://schemas.microsoft.com/office/drawing/2014/main" id="{C01DC2D7-F28D-496D-BFCC-42D1B3D1EC32}"/>
              </a:ext>
            </a:extLst>
          </p:cNvPr>
          <p:cNvSpPr/>
          <p:nvPr/>
        </p:nvSpPr>
        <p:spPr>
          <a:xfrm>
            <a:off x="4952374" y="3256153"/>
            <a:ext cx="654999" cy="13912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3" name="对象 212">
            <a:extLst>
              <a:ext uri="{FF2B5EF4-FFF2-40B4-BE49-F238E27FC236}">
                <a16:creationId xmlns:a16="http://schemas.microsoft.com/office/drawing/2014/main" id="{962908F4-A4F1-49C9-9473-7F93B490F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076300"/>
              </p:ext>
            </p:extLst>
          </p:nvPr>
        </p:nvGraphicFramePr>
        <p:xfrm>
          <a:off x="5026025" y="3243263"/>
          <a:ext cx="509588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2" name="Equation" r:id="rId100" imgW="876240" imgH="279360" progId="Equation.DSMT4">
                  <p:embed/>
                </p:oleObj>
              </mc:Choice>
              <mc:Fallback>
                <p:oleObj name="Equation" r:id="rId100" imgW="876240" imgH="279360" progId="Equation.DSMT4">
                  <p:embed/>
                  <p:pic>
                    <p:nvPicPr>
                      <p:cNvPr id="215" name="对象 214">
                        <a:extLst>
                          <a:ext uri="{FF2B5EF4-FFF2-40B4-BE49-F238E27FC236}">
                            <a16:creationId xmlns:a16="http://schemas.microsoft.com/office/drawing/2014/main" id="{3F27A1AC-A809-4FA9-A266-5517E8C42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1"/>
                      <a:stretch>
                        <a:fillRect/>
                      </a:stretch>
                    </p:blipFill>
                    <p:spPr>
                      <a:xfrm>
                        <a:off x="5026025" y="3243263"/>
                        <a:ext cx="509588" cy="161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" name="矩形 213">
            <a:extLst>
              <a:ext uri="{FF2B5EF4-FFF2-40B4-BE49-F238E27FC236}">
                <a16:creationId xmlns:a16="http://schemas.microsoft.com/office/drawing/2014/main" id="{C29BF652-63B6-4570-A911-8908CA700BCC}"/>
              </a:ext>
            </a:extLst>
          </p:cNvPr>
          <p:cNvSpPr/>
          <p:nvPr/>
        </p:nvSpPr>
        <p:spPr>
          <a:xfrm>
            <a:off x="4953915" y="3438974"/>
            <a:ext cx="654999" cy="13912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5" name="对象 214">
            <a:extLst>
              <a:ext uri="{FF2B5EF4-FFF2-40B4-BE49-F238E27FC236}">
                <a16:creationId xmlns:a16="http://schemas.microsoft.com/office/drawing/2014/main" id="{915A3966-49FA-4B5F-AF89-9E54620AAC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022496"/>
              </p:ext>
            </p:extLst>
          </p:nvPr>
        </p:nvGraphicFramePr>
        <p:xfrm>
          <a:off x="4976813" y="3424238"/>
          <a:ext cx="625475" cy="16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3" name="Equation" r:id="rId102" imgW="1079280" imgH="279360" progId="Equation.DSMT4">
                  <p:embed/>
                </p:oleObj>
              </mc:Choice>
              <mc:Fallback>
                <p:oleObj name="Equation" r:id="rId102" imgW="1079280" imgH="279360" progId="Equation.DSMT4">
                  <p:embed/>
                  <p:pic>
                    <p:nvPicPr>
                      <p:cNvPr id="217" name="对象 216">
                        <a:extLst>
                          <a:ext uri="{FF2B5EF4-FFF2-40B4-BE49-F238E27FC236}">
                            <a16:creationId xmlns:a16="http://schemas.microsoft.com/office/drawing/2014/main" id="{57D789ED-5630-4589-BFB0-EE009F85CD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3"/>
                      <a:stretch>
                        <a:fillRect/>
                      </a:stretch>
                    </p:blipFill>
                    <p:spPr>
                      <a:xfrm>
                        <a:off x="4976813" y="3424238"/>
                        <a:ext cx="625475" cy="163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" name="椭圆 215">
            <a:extLst>
              <a:ext uri="{FF2B5EF4-FFF2-40B4-BE49-F238E27FC236}">
                <a16:creationId xmlns:a16="http://schemas.microsoft.com/office/drawing/2014/main" id="{C53FF6BF-86E0-4219-A31C-3D4CC4A9590B}"/>
              </a:ext>
            </a:extLst>
          </p:cNvPr>
          <p:cNvSpPr/>
          <p:nvPr/>
        </p:nvSpPr>
        <p:spPr>
          <a:xfrm>
            <a:off x="3369941" y="327192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56B4A50B-63E7-4212-B193-98720D0255D4}"/>
              </a:ext>
            </a:extLst>
          </p:cNvPr>
          <p:cNvSpPr/>
          <p:nvPr/>
        </p:nvSpPr>
        <p:spPr>
          <a:xfrm>
            <a:off x="3371897" y="3467864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D106897F-D439-4B0C-9B25-6C31EFABB4C9}"/>
              </a:ext>
            </a:extLst>
          </p:cNvPr>
          <p:cNvSpPr/>
          <p:nvPr/>
        </p:nvSpPr>
        <p:spPr>
          <a:xfrm>
            <a:off x="2630231" y="3253375"/>
            <a:ext cx="654999" cy="13912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19" name="对象 218">
            <a:extLst>
              <a:ext uri="{FF2B5EF4-FFF2-40B4-BE49-F238E27FC236}">
                <a16:creationId xmlns:a16="http://schemas.microsoft.com/office/drawing/2014/main" id="{C3DF7468-C093-48D8-841A-03E007F5B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659239"/>
              </p:ext>
            </p:extLst>
          </p:nvPr>
        </p:nvGraphicFramePr>
        <p:xfrm>
          <a:off x="2722563" y="3246438"/>
          <a:ext cx="469900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" name="Equation" r:id="rId104" imgW="812520" imgH="253800" progId="Equation.DSMT4">
                  <p:embed/>
                </p:oleObj>
              </mc:Choice>
              <mc:Fallback>
                <p:oleObj name="Equation" r:id="rId104" imgW="812520" imgH="253800" progId="Equation.DSMT4">
                  <p:embed/>
                  <p:pic>
                    <p:nvPicPr>
                      <p:cNvPr id="221" name="对象 220">
                        <a:extLst>
                          <a:ext uri="{FF2B5EF4-FFF2-40B4-BE49-F238E27FC236}">
                            <a16:creationId xmlns:a16="http://schemas.microsoft.com/office/drawing/2014/main" id="{31493F80-9BF2-4C5F-810E-203C7C5C83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5"/>
                      <a:stretch>
                        <a:fillRect/>
                      </a:stretch>
                    </p:blipFill>
                    <p:spPr>
                      <a:xfrm>
                        <a:off x="2722563" y="3246438"/>
                        <a:ext cx="469900" cy="14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" name="矩形 219">
            <a:extLst>
              <a:ext uri="{FF2B5EF4-FFF2-40B4-BE49-F238E27FC236}">
                <a16:creationId xmlns:a16="http://schemas.microsoft.com/office/drawing/2014/main" id="{67F63E75-4B6B-4093-9A4E-FF8C850534E6}"/>
              </a:ext>
            </a:extLst>
          </p:cNvPr>
          <p:cNvSpPr/>
          <p:nvPr/>
        </p:nvSpPr>
        <p:spPr>
          <a:xfrm>
            <a:off x="2631772" y="3436196"/>
            <a:ext cx="654999" cy="13912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1" name="对象 220">
            <a:extLst>
              <a:ext uri="{FF2B5EF4-FFF2-40B4-BE49-F238E27FC236}">
                <a16:creationId xmlns:a16="http://schemas.microsoft.com/office/drawing/2014/main" id="{58A1D74F-72D0-4600-87DA-F9635267A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358647"/>
              </p:ext>
            </p:extLst>
          </p:nvPr>
        </p:nvGraphicFramePr>
        <p:xfrm>
          <a:off x="2665413" y="3430588"/>
          <a:ext cx="590550" cy="14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5" name="Equation" r:id="rId106" imgW="1015920" imgH="253800" progId="Equation.DSMT4">
                  <p:embed/>
                </p:oleObj>
              </mc:Choice>
              <mc:Fallback>
                <p:oleObj name="Equation" r:id="rId106" imgW="1015920" imgH="253800" progId="Equation.DSMT4">
                  <p:embed/>
                  <p:pic>
                    <p:nvPicPr>
                      <p:cNvPr id="223" name="对象 222">
                        <a:extLst>
                          <a:ext uri="{FF2B5EF4-FFF2-40B4-BE49-F238E27FC236}">
                            <a16:creationId xmlns:a16="http://schemas.microsoft.com/office/drawing/2014/main" id="{2EE300DB-41B3-4560-B3D6-DA71875B7F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7"/>
                      <a:stretch>
                        <a:fillRect/>
                      </a:stretch>
                    </p:blipFill>
                    <p:spPr>
                      <a:xfrm>
                        <a:off x="2665413" y="3430588"/>
                        <a:ext cx="590550" cy="14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" name="椭圆 221">
            <a:extLst>
              <a:ext uri="{FF2B5EF4-FFF2-40B4-BE49-F238E27FC236}">
                <a16:creationId xmlns:a16="http://schemas.microsoft.com/office/drawing/2014/main" id="{27CEDDCD-BC9A-410A-9546-3EAECA2CC3E5}"/>
              </a:ext>
            </a:extLst>
          </p:cNvPr>
          <p:cNvSpPr/>
          <p:nvPr/>
        </p:nvSpPr>
        <p:spPr>
          <a:xfrm>
            <a:off x="4342176" y="327027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EE3F2FD9-7FFA-4227-984B-4AF7942E0D26}"/>
              </a:ext>
            </a:extLst>
          </p:cNvPr>
          <p:cNvSpPr/>
          <p:nvPr/>
        </p:nvSpPr>
        <p:spPr>
          <a:xfrm>
            <a:off x="4344132" y="3466216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E802BBD0-11B6-4E3F-A1F2-21A144458A3C}"/>
              </a:ext>
            </a:extLst>
          </p:cNvPr>
          <p:cNvSpPr/>
          <p:nvPr/>
        </p:nvSpPr>
        <p:spPr>
          <a:xfrm>
            <a:off x="3602466" y="3251727"/>
            <a:ext cx="654999" cy="13912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5" name="对象 224">
            <a:extLst>
              <a:ext uri="{FF2B5EF4-FFF2-40B4-BE49-F238E27FC236}">
                <a16:creationId xmlns:a16="http://schemas.microsoft.com/office/drawing/2014/main" id="{24667A86-68EC-45EC-8DE7-7171FC388B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844142"/>
              </p:ext>
            </p:extLst>
          </p:nvPr>
        </p:nvGraphicFramePr>
        <p:xfrm>
          <a:off x="3695700" y="3246438"/>
          <a:ext cx="473075" cy="14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6" name="Equation" r:id="rId108" imgW="812520" imgH="253800" progId="Equation.DSMT4">
                  <p:embed/>
                </p:oleObj>
              </mc:Choice>
              <mc:Fallback>
                <p:oleObj name="Equation" r:id="rId108" imgW="812520" imgH="253800" progId="Equation.DSMT4">
                  <p:embed/>
                  <p:pic>
                    <p:nvPicPr>
                      <p:cNvPr id="227" name="对象 226">
                        <a:extLst>
                          <a:ext uri="{FF2B5EF4-FFF2-40B4-BE49-F238E27FC236}">
                            <a16:creationId xmlns:a16="http://schemas.microsoft.com/office/drawing/2014/main" id="{0FEEE391-D161-4A54-B68A-E38041BDC7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9"/>
                      <a:stretch>
                        <a:fillRect/>
                      </a:stretch>
                    </p:blipFill>
                    <p:spPr>
                      <a:xfrm>
                        <a:off x="3695700" y="3246438"/>
                        <a:ext cx="473075" cy="14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" name="矩形 225">
            <a:extLst>
              <a:ext uri="{FF2B5EF4-FFF2-40B4-BE49-F238E27FC236}">
                <a16:creationId xmlns:a16="http://schemas.microsoft.com/office/drawing/2014/main" id="{82B9C0D9-D57F-42D6-A3A1-13231219CD2C}"/>
              </a:ext>
            </a:extLst>
          </p:cNvPr>
          <p:cNvSpPr/>
          <p:nvPr/>
        </p:nvSpPr>
        <p:spPr>
          <a:xfrm>
            <a:off x="3604007" y="3434548"/>
            <a:ext cx="654999" cy="13912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7" name="对象 226">
            <a:extLst>
              <a:ext uri="{FF2B5EF4-FFF2-40B4-BE49-F238E27FC236}">
                <a16:creationId xmlns:a16="http://schemas.microsoft.com/office/drawing/2014/main" id="{811C05A7-987C-448B-9CA1-64672ECB95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112915"/>
              </p:ext>
            </p:extLst>
          </p:nvPr>
        </p:nvGraphicFramePr>
        <p:xfrm>
          <a:off x="3641725" y="3429000"/>
          <a:ext cx="582613" cy="14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7" name="Equation" r:id="rId110" imgW="1002960" imgH="253800" progId="Equation.DSMT4">
                  <p:embed/>
                </p:oleObj>
              </mc:Choice>
              <mc:Fallback>
                <p:oleObj name="Equation" r:id="rId110" imgW="1002960" imgH="253800" progId="Equation.DSMT4">
                  <p:embed/>
                  <p:pic>
                    <p:nvPicPr>
                      <p:cNvPr id="229" name="对象 228">
                        <a:extLst>
                          <a:ext uri="{FF2B5EF4-FFF2-40B4-BE49-F238E27FC236}">
                            <a16:creationId xmlns:a16="http://schemas.microsoft.com/office/drawing/2014/main" id="{2779F88F-07B2-40D9-8F5E-18291A8295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1"/>
                      <a:stretch>
                        <a:fillRect/>
                      </a:stretch>
                    </p:blipFill>
                    <p:spPr>
                      <a:xfrm>
                        <a:off x="3641725" y="3429000"/>
                        <a:ext cx="582613" cy="147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4835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8E6646F-FB38-4D7C-B6E6-A11E240897ED}"/>
              </a:ext>
            </a:extLst>
          </p:cNvPr>
          <p:cNvSpPr/>
          <p:nvPr/>
        </p:nvSpPr>
        <p:spPr>
          <a:xfrm>
            <a:off x="8420599" y="306388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ACB3B6-404D-45C4-A739-1EEF40FF328C}"/>
              </a:ext>
            </a:extLst>
          </p:cNvPr>
          <p:cNvSpPr/>
          <p:nvPr/>
        </p:nvSpPr>
        <p:spPr>
          <a:xfrm>
            <a:off x="7088686" y="306388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F6E3A39-2C4F-4190-AB76-CF7A2A540E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798751"/>
              </p:ext>
            </p:extLst>
          </p:nvPr>
        </p:nvGraphicFramePr>
        <p:xfrm>
          <a:off x="7248550" y="306388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8" name="Equation" r:id="rId3" imgW="507960" imgH="241200" progId="Equation.DSMT4">
                  <p:embed/>
                </p:oleObj>
              </mc:Choice>
              <mc:Fallback>
                <p:oleObj name="Equation" r:id="rId3" imgW="507960" imgH="241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F6E3A39-2C4F-4190-AB76-CF7A2A540E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48550" y="306388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6AA391D-06E6-40E2-9E8C-89EC4111B3A4}"/>
              </a:ext>
            </a:extLst>
          </p:cNvPr>
          <p:cNvSpPr/>
          <p:nvPr/>
        </p:nvSpPr>
        <p:spPr>
          <a:xfrm>
            <a:off x="6143090" y="306388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04BF1A9-0EEF-4E2B-83C9-A9FBDA2F03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561656"/>
              </p:ext>
            </p:extLst>
          </p:nvPr>
        </p:nvGraphicFramePr>
        <p:xfrm>
          <a:off x="6323038" y="306388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9" name="Equation" r:id="rId5" imgW="495000" imgH="241200" progId="Equation.DSMT4">
                  <p:embed/>
                </p:oleObj>
              </mc:Choice>
              <mc:Fallback>
                <p:oleObj name="Equation" r:id="rId5" imgW="495000" imgH="2412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04BF1A9-0EEF-4E2B-83C9-A9FBDA2F03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23038" y="306388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394BAAC-5146-4E13-B8BF-1B176EE6E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238436"/>
              </p:ext>
            </p:extLst>
          </p:nvPr>
        </p:nvGraphicFramePr>
        <p:xfrm>
          <a:off x="8058775" y="387351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" name="Equation" r:id="rId7" imgW="228600" imgH="101520" progId="Equation.DSMT4">
                  <p:embed/>
                </p:oleObj>
              </mc:Choice>
              <mc:Fallback>
                <p:oleObj name="Equation" r:id="rId7" imgW="228600" imgH="1015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394BAAC-5146-4E13-B8BF-1B176EE6E6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58775" y="387351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434361D-4660-4983-9507-125441986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668493"/>
              </p:ext>
            </p:extLst>
          </p:nvPr>
        </p:nvGraphicFramePr>
        <p:xfrm>
          <a:off x="8607450" y="306388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1" name="Equation" r:id="rId9" imgW="507960" imgH="241200" progId="Equation.DSMT4">
                  <p:embed/>
                </p:oleObj>
              </mc:Choice>
              <mc:Fallback>
                <p:oleObj name="Equation" r:id="rId9" imgW="507960" imgH="241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434361D-4660-4983-9507-1254419868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607450" y="306388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4EE6C24-7927-48CE-A020-318458612F67}"/>
              </a:ext>
            </a:extLst>
          </p:cNvPr>
          <p:cNvCxnSpPr>
            <a:cxnSpLocks/>
          </p:cNvCxnSpPr>
          <p:nvPr/>
        </p:nvCxnSpPr>
        <p:spPr>
          <a:xfrm>
            <a:off x="6568235" y="558801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6EDC795-763A-426F-BA1B-014993B4DB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729199"/>
              </p:ext>
            </p:extLst>
          </p:nvPr>
        </p:nvGraphicFramePr>
        <p:xfrm>
          <a:off x="6572561" y="607219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2" name="Equation" r:id="rId11" imgW="380880" imgH="228600" progId="Equation.DSMT4">
                  <p:embed/>
                </p:oleObj>
              </mc:Choice>
              <mc:Fallback>
                <p:oleObj name="Equation" r:id="rId11" imgW="38088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6EDC795-763A-426F-BA1B-014993B4DB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72561" y="607219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708F35D8-0A4D-4062-B557-C973FDE3D750}"/>
              </a:ext>
            </a:extLst>
          </p:cNvPr>
          <p:cNvSpPr/>
          <p:nvPr/>
        </p:nvSpPr>
        <p:spPr>
          <a:xfrm>
            <a:off x="6143090" y="92382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59DBEC0-9D1B-4A33-B537-335FC05E8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587356"/>
              </p:ext>
            </p:extLst>
          </p:nvPr>
        </p:nvGraphicFramePr>
        <p:xfrm>
          <a:off x="6288835" y="904031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3" name="Equation" r:id="rId13" imgW="558720" imgH="253800" progId="Equation.DSMT4">
                  <p:embed/>
                </p:oleObj>
              </mc:Choice>
              <mc:Fallback>
                <p:oleObj name="Equation" r:id="rId13" imgW="558720" imgH="2538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59DBEC0-9D1B-4A33-B537-335FC05E89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88835" y="904031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5B180C0-B44E-4DDA-A8D6-C52218A42585}"/>
              </a:ext>
            </a:extLst>
          </p:cNvPr>
          <p:cNvCxnSpPr>
            <a:cxnSpLocks/>
          </p:cNvCxnSpPr>
          <p:nvPr/>
        </p:nvCxnSpPr>
        <p:spPr>
          <a:xfrm>
            <a:off x="7502843" y="558801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FAE0DCF0-2243-414B-A674-55A242BA13BA}"/>
              </a:ext>
            </a:extLst>
          </p:cNvPr>
          <p:cNvSpPr/>
          <p:nvPr/>
        </p:nvSpPr>
        <p:spPr>
          <a:xfrm>
            <a:off x="7077698" y="92382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7C7B715F-2C2A-41F4-90C6-4E092BDD6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530440"/>
              </p:ext>
            </p:extLst>
          </p:nvPr>
        </p:nvGraphicFramePr>
        <p:xfrm>
          <a:off x="7216800" y="903288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4" name="Equation" r:id="rId15" imgW="571320" imgH="253800" progId="Equation.DSMT4">
                  <p:embed/>
                </p:oleObj>
              </mc:Choice>
              <mc:Fallback>
                <p:oleObj name="Equation" r:id="rId15" imgW="571320" imgH="2538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7C7B715F-2C2A-41F4-90C6-4E092BDD65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16800" y="903288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0259A673-C0AF-418C-B2DD-EEA48FDAAE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544964"/>
              </p:ext>
            </p:extLst>
          </p:nvPr>
        </p:nvGraphicFramePr>
        <p:xfrm>
          <a:off x="8058775" y="1004888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5" name="Equation" r:id="rId17" imgW="228600" imgH="101520" progId="Equation.DSMT4">
                  <p:embed/>
                </p:oleObj>
              </mc:Choice>
              <mc:Fallback>
                <p:oleObj name="Equation" r:id="rId17" imgW="228600" imgH="1015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0259A673-C0AF-418C-B2DD-EEA48FDAAE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058775" y="1004888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351A6A7-EE3B-48E4-A8F8-C2F4493B2259}"/>
              </a:ext>
            </a:extLst>
          </p:cNvPr>
          <p:cNvCxnSpPr>
            <a:cxnSpLocks/>
          </p:cNvCxnSpPr>
          <p:nvPr/>
        </p:nvCxnSpPr>
        <p:spPr>
          <a:xfrm>
            <a:off x="8845744" y="558801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1346C66-FF51-46BC-9C55-6B84200C4C88}"/>
              </a:ext>
            </a:extLst>
          </p:cNvPr>
          <p:cNvSpPr/>
          <p:nvPr/>
        </p:nvSpPr>
        <p:spPr>
          <a:xfrm>
            <a:off x="8420599" y="92382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4363A670-9062-4AA4-8DA2-B21D4385D3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800160"/>
              </p:ext>
            </p:extLst>
          </p:nvPr>
        </p:nvGraphicFramePr>
        <p:xfrm>
          <a:off x="8559701" y="903288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6" name="Equation" r:id="rId19" imgW="571320" imgH="253800" progId="Equation.DSMT4">
                  <p:embed/>
                </p:oleObj>
              </mc:Choice>
              <mc:Fallback>
                <p:oleObj name="Equation" r:id="rId19" imgW="571320" imgH="2538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4363A670-9062-4AA4-8DA2-B21D4385D3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59701" y="903288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D85A9FAE-84EC-4257-B488-BD099B0FFE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531154"/>
              </p:ext>
            </p:extLst>
          </p:nvPr>
        </p:nvGraphicFramePr>
        <p:xfrm>
          <a:off x="8852095" y="616744"/>
          <a:ext cx="406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7" name="Equation" r:id="rId21" imgW="406080" imgH="228600" progId="Equation.DSMT4">
                  <p:embed/>
                </p:oleObj>
              </mc:Choice>
              <mc:Fallback>
                <p:oleObj name="Equation" r:id="rId21" imgW="406080" imgH="2286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D85A9FAE-84EC-4257-B488-BD099B0FFE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852095" y="616744"/>
                        <a:ext cx="406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E928AE88-F996-44D2-948E-111998C30D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743347"/>
              </p:ext>
            </p:extLst>
          </p:nvPr>
        </p:nvGraphicFramePr>
        <p:xfrm>
          <a:off x="7523788" y="612776"/>
          <a:ext cx="393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8" name="Equation" r:id="rId23" imgW="393480" imgH="228600" progId="Equation.DSMT4">
                  <p:embed/>
                </p:oleObj>
              </mc:Choice>
              <mc:Fallback>
                <p:oleObj name="Equation" r:id="rId23" imgW="393480" imgH="2286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E928AE88-F996-44D2-948E-111998C30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23788" y="612776"/>
                        <a:ext cx="393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椭圆 31">
            <a:extLst>
              <a:ext uri="{FF2B5EF4-FFF2-40B4-BE49-F238E27FC236}">
                <a16:creationId xmlns:a16="http://schemas.microsoft.com/office/drawing/2014/main" id="{46325C94-1BD1-4182-8647-65839ACF9615}"/>
              </a:ext>
            </a:extLst>
          </p:cNvPr>
          <p:cNvSpPr/>
          <p:nvPr/>
        </p:nvSpPr>
        <p:spPr>
          <a:xfrm>
            <a:off x="6984095" y="38497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FD54982-11EF-40A4-A356-5C8DE372039F}"/>
              </a:ext>
            </a:extLst>
          </p:cNvPr>
          <p:cNvSpPr/>
          <p:nvPr/>
        </p:nvSpPr>
        <p:spPr>
          <a:xfrm>
            <a:off x="7949444" y="388939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68155CA4-3C10-4F3D-AAB4-10BD5D10FCDE}"/>
              </a:ext>
            </a:extLst>
          </p:cNvPr>
          <p:cNvSpPr/>
          <p:nvPr/>
        </p:nvSpPr>
        <p:spPr>
          <a:xfrm>
            <a:off x="8308456" y="388938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2362BFB-D74E-4B6F-86B0-76BC988AF212}"/>
              </a:ext>
            </a:extLst>
          </p:cNvPr>
          <p:cNvSpPr/>
          <p:nvPr/>
        </p:nvSpPr>
        <p:spPr>
          <a:xfrm>
            <a:off x="7951354" y="999332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78F9299A-DE79-428C-B165-091ECF4701DC}"/>
              </a:ext>
            </a:extLst>
          </p:cNvPr>
          <p:cNvSpPr/>
          <p:nvPr/>
        </p:nvSpPr>
        <p:spPr>
          <a:xfrm>
            <a:off x="8310366" y="99933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8CDEF6F-D03F-4BF5-97EB-14331FC36309}"/>
              </a:ext>
            </a:extLst>
          </p:cNvPr>
          <p:cNvSpPr/>
          <p:nvPr/>
        </p:nvSpPr>
        <p:spPr>
          <a:xfrm>
            <a:off x="6982453" y="983059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A3EACBA-8173-48C6-963A-336872C009FC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9243050" y="432595"/>
            <a:ext cx="297545" cy="35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AD68951A-E9FD-438E-88CB-CCD578F9A75A}"/>
              </a:ext>
            </a:extLst>
          </p:cNvPr>
          <p:cNvSpPr/>
          <p:nvPr/>
        </p:nvSpPr>
        <p:spPr>
          <a:xfrm>
            <a:off x="9540595" y="307114"/>
            <a:ext cx="1848753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3E411A14-F98E-4842-9BD1-DE8AD0E1B9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89513"/>
              </p:ext>
            </p:extLst>
          </p:nvPr>
        </p:nvGraphicFramePr>
        <p:xfrm>
          <a:off x="9752512" y="306388"/>
          <a:ext cx="151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9" name="Equation" r:id="rId25" imgW="1511280" imgH="241200" progId="Equation.DSMT4">
                  <p:embed/>
                </p:oleObj>
              </mc:Choice>
              <mc:Fallback>
                <p:oleObj name="Equation" r:id="rId25" imgW="1511280" imgH="24120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3E411A14-F98E-4842-9BD1-DE8AD0E1B9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752512" y="306388"/>
                        <a:ext cx="1511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E7671B2A-53B5-4730-8777-22D874FB988C}"/>
              </a:ext>
            </a:extLst>
          </p:cNvPr>
          <p:cNvCxnSpPr>
            <a:cxnSpLocks/>
          </p:cNvCxnSpPr>
          <p:nvPr/>
        </p:nvCxnSpPr>
        <p:spPr>
          <a:xfrm>
            <a:off x="9243050" y="1030356"/>
            <a:ext cx="297545" cy="35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332FD4A7-8A15-4EBD-9E14-E55B171FBB6F}"/>
              </a:ext>
            </a:extLst>
          </p:cNvPr>
          <p:cNvSpPr/>
          <p:nvPr/>
        </p:nvSpPr>
        <p:spPr>
          <a:xfrm>
            <a:off x="9540595" y="923825"/>
            <a:ext cx="1848755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C709B1A3-C7FF-45D9-8E37-5724EDBFDD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35321"/>
              </p:ext>
            </p:extLst>
          </p:nvPr>
        </p:nvGraphicFramePr>
        <p:xfrm>
          <a:off x="9651038" y="903288"/>
          <a:ext cx="1714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" name="Equation" r:id="rId27" imgW="1714320" imgH="253800" progId="Equation.DSMT4">
                  <p:embed/>
                </p:oleObj>
              </mc:Choice>
              <mc:Fallback>
                <p:oleObj name="Equation" r:id="rId27" imgW="1714320" imgH="25380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C709B1A3-C7FF-45D9-8E37-5724EDBFDD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651038" y="903288"/>
                        <a:ext cx="1714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矩形 48">
            <a:extLst>
              <a:ext uri="{FF2B5EF4-FFF2-40B4-BE49-F238E27FC236}">
                <a16:creationId xmlns:a16="http://schemas.microsoft.com/office/drawing/2014/main" id="{CBDA7643-8730-4519-8B45-9FF174E8C410}"/>
              </a:ext>
            </a:extLst>
          </p:cNvPr>
          <p:cNvSpPr/>
          <p:nvPr/>
        </p:nvSpPr>
        <p:spPr>
          <a:xfrm>
            <a:off x="2279872" y="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2C171FF-5431-4B1F-80D3-2D8E5056EB25}"/>
              </a:ext>
            </a:extLst>
          </p:cNvPr>
          <p:cNvSpPr/>
          <p:nvPr/>
        </p:nvSpPr>
        <p:spPr>
          <a:xfrm>
            <a:off x="947959" y="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B8AF13A7-C93F-48A4-ABA8-9279309BB8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7823" y="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" name="Equation" r:id="rId29" imgW="507960" imgH="241200" progId="Equation.DSMT4">
                  <p:embed/>
                </p:oleObj>
              </mc:Choice>
              <mc:Fallback>
                <p:oleObj name="Equation" r:id="rId29" imgW="507960" imgH="24120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B8AF13A7-C93F-48A4-ABA8-9279309BB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7823" y="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矩形 51">
            <a:extLst>
              <a:ext uri="{FF2B5EF4-FFF2-40B4-BE49-F238E27FC236}">
                <a16:creationId xmlns:a16="http://schemas.microsoft.com/office/drawing/2014/main" id="{1A9F56A4-07C2-4835-B251-030989DCE06C}"/>
              </a:ext>
            </a:extLst>
          </p:cNvPr>
          <p:cNvSpPr/>
          <p:nvPr/>
        </p:nvSpPr>
        <p:spPr>
          <a:xfrm>
            <a:off x="2363" y="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16494667-FD5D-4060-9CB6-01F564CEAB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311" y="0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2" name="Equation" r:id="rId30" imgW="495000" imgH="241200" progId="Equation.DSMT4">
                  <p:embed/>
                </p:oleObj>
              </mc:Choice>
              <mc:Fallback>
                <p:oleObj name="Equation" r:id="rId30" imgW="495000" imgH="24120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16494667-FD5D-4060-9CB6-01F564CEAB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2311" y="0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A6A46B9B-958A-4802-B46E-14DF664A73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8048" y="80963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3" name="Equation" r:id="rId31" imgW="228600" imgH="101520" progId="Equation.DSMT4">
                  <p:embed/>
                </p:oleObj>
              </mc:Choice>
              <mc:Fallback>
                <p:oleObj name="Equation" r:id="rId31" imgW="228600" imgH="10152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A6A46B9B-958A-4802-B46E-14DF664A7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8048" y="80963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CF76669F-3980-4D64-B2F6-D689328992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723" y="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4" name="Equation" r:id="rId32" imgW="507960" imgH="241200" progId="Equation.DSMT4">
                  <p:embed/>
                </p:oleObj>
              </mc:Choice>
              <mc:Fallback>
                <p:oleObj name="Equation" r:id="rId32" imgW="507960" imgH="24120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CF76669F-3980-4D64-B2F6-D689328992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66723" y="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9D2AFBE5-5320-47FA-B344-1D6134CAE087}"/>
              </a:ext>
            </a:extLst>
          </p:cNvPr>
          <p:cNvCxnSpPr>
            <a:cxnSpLocks/>
          </p:cNvCxnSpPr>
          <p:nvPr/>
        </p:nvCxnSpPr>
        <p:spPr>
          <a:xfrm>
            <a:off x="427508" y="25241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5BFAAAE5-D05C-4F23-8C03-7F57A05E04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" y="300038"/>
          <a:ext cx="368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5" name="Equation" r:id="rId33" imgW="368280" imgH="228600" progId="Equation.DSMT4">
                  <p:embed/>
                </p:oleObj>
              </mc:Choice>
              <mc:Fallback>
                <p:oleObj name="Equation" r:id="rId33" imgW="368280" imgH="22860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5BFAAAE5-D05C-4F23-8C03-7F57A05E04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38150" y="300038"/>
                        <a:ext cx="368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矩形 57">
            <a:extLst>
              <a:ext uri="{FF2B5EF4-FFF2-40B4-BE49-F238E27FC236}">
                <a16:creationId xmlns:a16="http://schemas.microsoft.com/office/drawing/2014/main" id="{C9036FE4-4988-43D4-BB45-725E8A2D33DF}"/>
              </a:ext>
            </a:extLst>
          </p:cNvPr>
          <p:cNvSpPr/>
          <p:nvPr/>
        </p:nvSpPr>
        <p:spPr>
          <a:xfrm>
            <a:off x="2363" y="61743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D76CB02A-EAF7-42E8-9197-3DFB6C898F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108" y="597643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6" name="Equation" r:id="rId35" imgW="558720" imgH="253800" progId="Equation.DSMT4">
                  <p:embed/>
                </p:oleObj>
              </mc:Choice>
              <mc:Fallback>
                <p:oleObj name="Equation" r:id="rId35" imgW="558720" imgH="25380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D76CB02A-EAF7-42E8-9197-3DFB6C898F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8108" y="597643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866D86F-E0B2-4E87-A4D2-63BFDAAF6C82}"/>
              </a:ext>
            </a:extLst>
          </p:cNvPr>
          <p:cNvCxnSpPr>
            <a:cxnSpLocks/>
          </p:cNvCxnSpPr>
          <p:nvPr/>
        </p:nvCxnSpPr>
        <p:spPr>
          <a:xfrm>
            <a:off x="1362116" y="25241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FA3C49EC-F2CB-490A-824F-899E43013FE2}"/>
              </a:ext>
            </a:extLst>
          </p:cNvPr>
          <p:cNvSpPr/>
          <p:nvPr/>
        </p:nvSpPr>
        <p:spPr>
          <a:xfrm>
            <a:off x="936971" y="61743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76A66E1C-C49D-4A77-8077-3A6BE74861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6073" y="59690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7" name="Equation" r:id="rId36" imgW="571320" imgH="253800" progId="Equation.DSMT4">
                  <p:embed/>
                </p:oleObj>
              </mc:Choice>
              <mc:Fallback>
                <p:oleObj name="Equation" r:id="rId36" imgW="571320" imgH="25380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76A66E1C-C49D-4A77-8077-3A6BE7486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76073" y="59690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0ECA2C3C-2C5F-47BC-8891-FD25857013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8048" y="698500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8" name="Equation" r:id="rId37" imgW="228600" imgH="101520" progId="Equation.DSMT4">
                  <p:embed/>
                </p:oleObj>
              </mc:Choice>
              <mc:Fallback>
                <p:oleObj name="Equation" r:id="rId37" imgW="228600" imgH="10152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0ECA2C3C-2C5F-47BC-8891-FD25857013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18048" y="698500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614E55C-77D2-41A0-BA64-566AC01A9063}"/>
              </a:ext>
            </a:extLst>
          </p:cNvPr>
          <p:cNvCxnSpPr>
            <a:cxnSpLocks/>
          </p:cNvCxnSpPr>
          <p:nvPr/>
        </p:nvCxnSpPr>
        <p:spPr>
          <a:xfrm>
            <a:off x="2705017" y="25241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5D7F945A-5F84-4628-BA86-860425BE7ADE}"/>
              </a:ext>
            </a:extLst>
          </p:cNvPr>
          <p:cNvSpPr/>
          <p:nvPr/>
        </p:nvSpPr>
        <p:spPr>
          <a:xfrm>
            <a:off x="2279872" y="61743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C0EB1C7A-7C8B-46BE-B6AF-F03FCE01EC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8974" y="59690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9" name="Equation" r:id="rId38" imgW="571320" imgH="253800" progId="Equation.DSMT4">
                  <p:embed/>
                </p:oleObj>
              </mc:Choice>
              <mc:Fallback>
                <p:oleObj name="Equation" r:id="rId38" imgW="571320" imgH="25380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C0EB1C7A-7C8B-46BE-B6AF-F03FCE01EC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18974" y="59690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A3F924E8-99BB-4914-9B2C-6E6F0484F9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7800" y="309563"/>
          <a:ext cx="393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0" name="Equation" r:id="rId39" imgW="393480" imgH="228600" progId="Equation.DSMT4">
                  <p:embed/>
                </p:oleObj>
              </mc:Choice>
              <mc:Fallback>
                <p:oleObj name="Equation" r:id="rId39" imgW="393480" imgH="22860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A3F924E8-99BB-4914-9B2C-6E6F0484F9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717800" y="309563"/>
                        <a:ext cx="393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A2CBDAF5-775C-42EB-9495-F9D05EDDF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9063" y="306388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" name="Equation" r:id="rId41" imgW="380880" imgH="228600" progId="Equation.DSMT4">
                  <p:embed/>
                </p:oleObj>
              </mc:Choice>
              <mc:Fallback>
                <p:oleObj name="Equation" r:id="rId41" imgW="380880" imgH="22860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A2CBDAF5-775C-42EB-9495-F9D05EDDF5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389063" y="306388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椭圆 68">
            <a:extLst>
              <a:ext uri="{FF2B5EF4-FFF2-40B4-BE49-F238E27FC236}">
                <a16:creationId xmlns:a16="http://schemas.microsoft.com/office/drawing/2014/main" id="{95459AA9-7398-4BFC-A646-D138D3D275DF}"/>
              </a:ext>
            </a:extLst>
          </p:cNvPr>
          <p:cNvSpPr/>
          <p:nvPr/>
        </p:nvSpPr>
        <p:spPr>
          <a:xfrm>
            <a:off x="843368" y="7858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7E6BA962-B5E1-4B3F-A318-4DDB19D2A6B6}"/>
              </a:ext>
            </a:extLst>
          </p:cNvPr>
          <p:cNvSpPr/>
          <p:nvPr/>
        </p:nvSpPr>
        <p:spPr>
          <a:xfrm>
            <a:off x="1808717" y="8255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F6820291-FF28-44BC-9710-2D85A2F380D1}"/>
              </a:ext>
            </a:extLst>
          </p:cNvPr>
          <p:cNvSpPr/>
          <p:nvPr/>
        </p:nvSpPr>
        <p:spPr>
          <a:xfrm>
            <a:off x="2167729" y="82550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5636C190-4461-4ACD-B59D-2824EF11C084}"/>
              </a:ext>
            </a:extLst>
          </p:cNvPr>
          <p:cNvSpPr/>
          <p:nvPr/>
        </p:nvSpPr>
        <p:spPr>
          <a:xfrm>
            <a:off x="1810627" y="692944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E9A3A4FA-C233-45CF-B430-44BE19A3302C}"/>
              </a:ext>
            </a:extLst>
          </p:cNvPr>
          <p:cNvSpPr/>
          <p:nvPr/>
        </p:nvSpPr>
        <p:spPr>
          <a:xfrm>
            <a:off x="2169639" y="69294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0C2A3943-F66A-4976-9ABA-31DB0EA90515}"/>
              </a:ext>
            </a:extLst>
          </p:cNvPr>
          <p:cNvSpPr/>
          <p:nvPr/>
        </p:nvSpPr>
        <p:spPr>
          <a:xfrm>
            <a:off x="841726" y="67667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2285CD81-066C-48E3-8815-9B946317E4F1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3102323" y="126207"/>
            <a:ext cx="297545" cy="35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DDC3C23C-E965-45E0-B69F-7E348753A35E}"/>
              </a:ext>
            </a:extLst>
          </p:cNvPr>
          <p:cNvSpPr/>
          <p:nvPr/>
        </p:nvSpPr>
        <p:spPr>
          <a:xfrm>
            <a:off x="3399868" y="726"/>
            <a:ext cx="1848753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7" name="对象 76">
            <a:extLst>
              <a:ext uri="{FF2B5EF4-FFF2-40B4-BE49-F238E27FC236}">
                <a16:creationId xmlns:a16="http://schemas.microsoft.com/office/drawing/2014/main" id="{488C78A6-7565-46F6-ABB2-C6EDEA5C2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1785" y="0"/>
          <a:ext cx="151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" name="Equation" r:id="rId43" imgW="1511280" imgH="241200" progId="Equation.DSMT4">
                  <p:embed/>
                </p:oleObj>
              </mc:Choice>
              <mc:Fallback>
                <p:oleObj name="Equation" r:id="rId43" imgW="1511280" imgH="241200" progId="Equation.DSMT4">
                  <p:embed/>
                  <p:pic>
                    <p:nvPicPr>
                      <p:cNvPr id="77" name="对象 76">
                        <a:extLst>
                          <a:ext uri="{FF2B5EF4-FFF2-40B4-BE49-F238E27FC236}">
                            <a16:creationId xmlns:a16="http://schemas.microsoft.com/office/drawing/2014/main" id="{488C78A6-7565-46F6-ABB2-C6EDEA5C2B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11785" y="0"/>
                        <a:ext cx="1511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B1C44D2F-2E00-4F3C-8560-D0A2F74D4C30}"/>
              </a:ext>
            </a:extLst>
          </p:cNvPr>
          <p:cNvCxnSpPr>
            <a:cxnSpLocks/>
          </p:cNvCxnSpPr>
          <p:nvPr/>
        </p:nvCxnSpPr>
        <p:spPr>
          <a:xfrm>
            <a:off x="3102323" y="723968"/>
            <a:ext cx="297545" cy="35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E3234D45-2AA5-4794-803E-12B51DE4D778}"/>
              </a:ext>
            </a:extLst>
          </p:cNvPr>
          <p:cNvSpPr/>
          <p:nvPr/>
        </p:nvSpPr>
        <p:spPr>
          <a:xfrm>
            <a:off x="3399868" y="617437"/>
            <a:ext cx="1848755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FA2114BF-2CA2-492A-8C7E-F8B1273562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0311" y="596900"/>
          <a:ext cx="1714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3" name="Equation" r:id="rId44" imgW="1714320" imgH="253800" progId="Equation.DSMT4">
                  <p:embed/>
                </p:oleObj>
              </mc:Choice>
              <mc:Fallback>
                <p:oleObj name="Equation" r:id="rId44" imgW="1714320" imgH="2538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FA2114BF-2CA2-492A-8C7E-F8B1273562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510311" y="596900"/>
                        <a:ext cx="1714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矩形 80">
            <a:extLst>
              <a:ext uri="{FF2B5EF4-FFF2-40B4-BE49-F238E27FC236}">
                <a16:creationId xmlns:a16="http://schemas.microsoft.com/office/drawing/2014/main" id="{68378AE0-9FD3-442A-A7CE-3E224567984F}"/>
              </a:ext>
            </a:extLst>
          </p:cNvPr>
          <p:cNvSpPr/>
          <p:nvPr/>
        </p:nvSpPr>
        <p:spPr>
          <a:xfrm>
            <a:off x="5438219" y="3074"/>
            <a:ext cx="524429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53D534C4-30E9-41EF-997D-7145E0B996ED}"/>
              </a:ext>
            </a:extLst>
          </p:cNvPr>
          <p:cNvCxnSpPr>
            <a:cxnSpLocks/>
            <a:endCxn id="81" idx="1"/>
          </p:cNvCxnSpPr>
          <p:nvPr/>
        </p:nvCxnSpPr>
        <p:spPr>
          <a:xfrm flipV="1">
            <a:off x="5248621" y="129281"/>
            <a:ext cx="189598" cy="28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BC333554-5CC2-481E-816D-C8F4084D1525}"/>
              </a:ext>
            </a:extLst>
          </p:cNvPr>
          <p:cNvSpPr/>
          <p:nvPr/>
        </p:nvSpPr>
        <p:spPr>
          <a:xfrm>
            <a:off x="5438219" y="617437"/>
            <a:ext cx="52443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99E0FABA-5A6B-4A5D-BC50-07282A425021}"/>
              </a:ext>
            </a:extLst>
          </p:cNvPr>
          <p:cNvCxnSpPr>
            <a:cxnSpLocks/>
            <a:endCxn id="85" idx="1"/>
          </p:cNvCxnSpPr>
          <p:nvPr/>
        </p:nvCxnSpPr>
        <p:spPr>
          <a:xfrm flipV="1">
            <a:off x="5248621" y="724644"/>
            <a:ext cx="189598" cy="21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F9415277-BF63-4F72-8B0E-A1530925B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6166" y="3970"/>
          <a:ext cx="292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4" name="Equation" r:id="rId45" imgW="291960" imgH="241200" progId="Equation.DSMT4">
                  <p:embed/>
                </p:oleObj>
              </mc:Choice>
              <mc:Fallback>
                <p:oleObj name="Equation" r:id="rId45" imgW="291960" imgH="241200" progId="Equation.DSMT4">
                  <p:embed/>
                  <p:pic>
                    <p:nvPicPr>
                      <p:cNvPr id="87" name="对象 86">
                        <a:extLst>
                          <a:ext uri="{FF2B5EF4-FFF2-40B4-BE49-F238E27FC236}">
                            <a16:creationId xmlns:a16="http://schemas.microsoft.com/office/drawing/2014/main" id="{F9415277-BF63-4F72-8B0E-A1530925B8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546166" y="3970"/>
                        <a:ext cx="292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2706542A-6EB1-4796-B76B-C2379C4224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7953" y="606424"/>
          <a:ext cx="330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" name="Equation" r:id="rId47" imgW="330120" imgH="241200" progId="Equation.DSMT4">
                  <p:embed/>
                </p:oleObj>
              </mc:Choice>
              <mc:Fallback>
                <p:oleObj name="Equation" r:id="rId47" imgW="330120" imgH="24120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2706542A-6EB1-4796-B76B-C2379C4224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537953" y="606424"/>
                        <a:ext cx="330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52D47935-CCBD-46EC-B990-4580894FD012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30355" y="1564617"/>
            <a:ext cx="10793245" cy="389783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C1EF3FE-2A3E-40AD-B45E-5A454A1B8DAC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91445" y="1722967"/>
            <a:ext cx="1226603" cy="312208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148F72F9-1285-4002-B6C4-FDF10792F4A2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521958" y="1722966"/>
            <a:ext cx="1226603" cy="299509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670DD4C5-EE17-4D9C-A18C-B538950933A1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411870" y="1710137"/>
            <a:ext cx="1226603" cy="299509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51450670-C49A-4F48-A905-D8D8994F68FB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06908" y="3926946"/>
            <a:ext cx="1226603" cy="303742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BA794C7C-0B4E-444E-9CBF-7E45070AA79D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463221" y="3921125"/>
            <a:ext cx="1226603" cy="299509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044D64C2-EF20-4AD6-B926-8617F644627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568235" y="3908025"/>
            <a:ext cx="1226603" cy="299509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11C2C158-A360-40B9-BAB4-3FE819C234F4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95416" y="3449304"/>
            <a:ext cx="972314" cy="181309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84CA264E-8109-488B-AA17-DB0877C1B7FD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114259" y="3441862"/>
            <a:ext cx="972314" cy="181309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29DABC2B-BDE2-4B5B-A5DA-108CD7C5CA4E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037631" y="3428762"/>
            <a:ext cx="972314" cy="18130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71AEC82-DA5F-4ADC-970A-6F35C3DD0E65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06450" y="2537997"/>
            <a:ext cx="927100" cy="314369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B05BB001-B1A0-4347-A036-3763B154277B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745135" y="2509576"/>
            <a:ext cx="927100" cy="314369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C9B353C8-3548-4132-97DE-D7F67611B0DF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640302" y="2495922"/>
            <a:ext cx="927100" cy="314369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8E9ED4F-9DCD-4C50-865E-64352689217C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198591" y="3153310"/>
            <a:ext cx="927100" cy="157185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7A1FBC8B-6BD8-4CA5-8FD2-F4D44053FD23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136866" y="3144737"/>
            <a:ext cx="927100" cy="157185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9B808BD8-E321-4D17-AC4D-7C5AFD33F835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090757" y="3134819"/>
            <a:ext cx="927100" cy="1571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30C493C-8EB4-4A9A-BB73-3E831684F3E8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98707" y="4666491"/>
            <a:ext cx="1954460" cy="261109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7CAF0F4B-158E-4DAB-9A15-D517685902D9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231455" y="4663316"/>
            <a:ext cx="1954460" cy="261109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7E45BFD4-3AF6-4DC0-865E-2F40C05374CB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204306" y="4658092"/>
            <a:ext cx="1939569" cy="261109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ECF28D1D-E29B-462C-9C57-608EA7DC71EA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885290" y="4633957"/>
            <a:ext cx="1939569" cy="2611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163FF8A-A229-4EBD-B4AE-31F67EBA58C4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873990" y="5121942"/>
            <a:ext cx="2113098" cy="273971"/>
          </a:xfrm>
          <a:prstGeom prst="rect">
            <a:avLst/>
          </a:prstGeom>
        </p:spPr>
      </p:pic>
      <p:pic>
        <p:nvPicPr>
          <p:cNvPr id="103" name="图片 102">
            <a:extLst>
              <a:ext uri="{FF2B5EF4-FFF2-40B4-BE49-F238E27FC236}">
                <a16:creationId xmlns:a16="http://schemas.microsoft.com/office/drawing/2014/main" id="{EA8F2D45-C975-41EB-B37B-41EFA586BC37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174277" y="5132331"/>
            <a:ext cx="2113098" cy="273971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F0933A83-4028-4F5E-9E49-9D60FDFC316D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229482" y="5132331"/>
            <a:ext cx="2113098" cy="298037"/>
          </a:xfrm>
          <a:prstGeom prst="rect">
            <a:avLst/>
          </a:prstGeom>
        </p:spPr>
      </p:pic>
      <p:pic>
        <p:nvPicPr>
          <p:cNvPr id="105" name="图片 104">
            <a:extLst>
              <a:ext uri="{FF2B5EF4-FFF2-40B4-BE49-F238E27FC236}">
                <a16:creationId xmlns:a16="http://schemas.microsoft.com/office/drawing/2014/main" id="{7AAE326A-39E1-4E05-89CA-7C4C74E2DAD2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84687" y="5144364"/>
            <a:ext cx="2113098" cy="29803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9469658-BEEA-4F4C-BC63-6992DF5D69B6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20426" y="3124228"/>
            <a:ext cx="416545" cy="485843"/>
          </a:xfrm>
          <a:prstGeom prst="rect">
            <a:avLst/>
          </a:prstGeom>
        </p:spPr>
      </p:pic>
      <p:pic>
        <p:nvPicPr>
          <p:cNvPr id="106" name="图片 105">
            <a:extLst>
              <a:ext uri="{FF2B5EF4-FFF2-40B4-BE49-F238E27FC236}">
                <a16:creationId xmlns:a16="http://schemas.microsoft.com/office/drawing/2014/main" id="{2E19708C-6D76-428D-90E3-68BA15963A4F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37423" y="2266135"/>
            <a:ext cx="495510" cy="197908"/>
          </a:xfrm>
          <a:prstGeom prst="rect">
            <a:avLst/>
          </a:prstGeom>
        </p:spPr>
      </p:pic>
      <p:pic>
        <p:nvPicPr>
          <p:cNvPr id="107" name="图片 106">
            <a:extLst>
              <a:ext uri="{FF2B5EF4-FFF2-40B4-BE49-F238E27FC236}">
                <a16:creationId xmlns:a16="http://schemas.microsoft.com/office/drawing/2014/main" id="{58E81D4A-DF24-4581-8766-7E696F384356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446287" y="2250946"/>
            <a:ext cx="495510" cy="197908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FFA3400D-43DF-4421-97B9-2C0C4C944F06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392547" y="2229021"/>
            <a:ext cx="495510" cy="197908"/>
          </a:xfrm>
          <a:prstGeom prst="rect">
            <a:avLst/>
          </a:prstGeom>
        </p:spPr>
      </p:pic>
      <p:pic>
        <p:nvPicPr>
          <p:cNvPr id="109" name="图片 108">
            <a:extLst>
              <a:ext uri="{FF2B5EF4-FFF2-40B4-BE49-F238E27FC236}">
                <a16:creationId xmlns:a16="http://schemas.microsoft.com/office/drawing/2014/main" id="{6695CC59-A1A6-4703-A9D7-4C30644A3DAD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421278" y="3140373"/>
            <a:ext cx="495510" cy="197908"/>
          </a:xfrm>
          <a:prstGeom prst="rect">
            <a:avLst/>
          </a:prstGeom>
        </p:spPr>
      </p:pic>
      <p:pic>
        <p:nvPicPr>
          <p:cNvPr id="110" name="图片 109">
            <a:extLst>
              <a:ext uri="{FF2B5EF4-FFF2-40B4-BE49-F238E27FC236}">
                <a16:creationId xmlns:a16="http://schemas.microsoft.com/office/drawing/2014/main" id="{91BFD412-2100-493E-BDF0-4FD5A721EAAF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322828" y="3143822"/>
            <a:ext cx="495510" cy="19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47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51105FC-E2FC-4E69-990B-14F7F48BB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76" y="1377951"/>
            <a:ext cx="6436512" cy="2352676"/>
          </a:xfrm>
          <a:prstGeom prst="rect">
            <a:avLst/>
          </a:prstGeom>
        </p:spPr>
      </p:pic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94E2FA8C-DB4D-4B72-8F84-9FB599E235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928897"/>
              </p:ext>
            </p:extLst>
          </p:nvPr>
        </p:nvGraphicFramePr>
        <p:xfrm>
          <a:off x="904875" y="1452563"/>
          <a:ext cx="711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1" name="Equation" r:id="rId4" imgW="711000" imgH="241200" progId="Equation.DSMT4">
                  <p:embed/>
                </p:oleObj>
              </mc:Choice>
              <mc:Fallback>
                <p:oleObj name="Equation" r:id="rId4" imgW="711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4875" y="1452563"/>
                        <a:ext cx="711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A6BA3899-7652-4174-B56D-CF6232695B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61661"/>
              </p:ext>
            </p:extLst>
          </p:nvPr>
        </p:nvGraphicFramePr>
        <p:xfrm>
          <a:off x="2667000" y="1452563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2" name="Equation" r:id="rId6" imgW="698400" imgH="241200" progId="Equation.DSMT4">
                  <p:embed/>
                </p:oleObj>
              </mc:Choice>
              <mc:Fallback>
                <p:oleObj name="Equation" r:id="rId6" imgW="698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7000" y="1452563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88B61311-39D1-43A6-87C0-655C7183F1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19477"/>
              </p:ext>
            </p:extLst>
          </p:nvPr>
        </p:nvGraphicFramePr>
        <p:xfrm>
          <a:off x="4379912" y="1427163"/>
          <a:ext cx="757239" cy="256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3" name="Equation" r:id="rId8" imgW="787320" imgH="266400" progId="Equation.DSMT4">
                  <p:embed/>
                </p:oleObj>
              </mc:Choice>
              <mc:Fallback>
                <p:oleObj name="Equation" r:id="rId8" imgW="7873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79912" y="1427163"/>
                        <a:ext cx="757239" cy="256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对象 110">
            <a:extLst>
              <a:ext uri="{FF2B5EF4-FFF2-40B4-BE49-F238E27FC236}">
                <a16:creationId xmlns:a16="http://schemas.microsoft.com/office/drawing/2014/main" id="{EA5D2C3D-8D22-486C-BD59-D35B092B4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261762"/>
              </p:ext>
            </p:extLst>
          </p:nvPr>
        </p:nvGraphicFramePr>
        <p:xfrm>
          <a:off x="1012825" y="1928813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4" name="Equation" r:id="rId10" imgW="495000" imgH="241200" progId="Equation.DSMT4">
                  <p:embed/>
                </p:oleObj>
              </mc:Choice>
              <mc:Fallback>
                <p:oleObj name="Equation" r:id="rId10" imgW="495000" imgH="2412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94E2FA8C-DB4D-4B72-8F84-9FB599E23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12825" y="1928813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对象 111">
            <a:extLst>
              <a:ext uri="{FF2B5EF4-FFF2-40B4-BE49-F238E27FC236}">
                <a16:creationId xmlns:a16="http://schemas.microsoft.com/office/drawing/2014/main" id="{A98332AD-C315-4658-8799-CD29578F1F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26490"/>
              </p:ext>
            </p:extLst>
          </p:nvPr>
        </p:nvGraphicFramePr>
        <p:xfrm>
          <a:off x="2768600" y="1928813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5" name="Equation" r:id="rId12" imgW="495000" imgH="241200" progId="Equation.DSMT4">
                  <p:embed/>
                </p:oleObj>
              </mc:Choice>
              <mc:Fallback>
                <p:oleObj name="Equation" r:id="rId12" imgW="495000" imgH="2412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6BA3899-7652-4174-B56D-CF6232695B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68600" y="1928813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对象 112">
            <a:extLst>
              <a:ext uri="{FF2B5EF4-FFF2-40B4-BE49-F238E27FC236}">
                <a16:creationId xmlns:a16="http://schemas.microsoft.com/office/drawing/2014/main" id="{F5955489-5965-4597-A6B7-AE82ABBB58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252832"/>
              </p:ext>
            </p:extLst>
          </p:nvPr>
        </p:nvGraphicFramePr>
        <p:xfrm>
          <a:off x="4495800" y="1903413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" name="Equation" r:id="rId14" imgW="571320" imgH="266400" progId="Equation.DSMT4">
                  <p:embed/>
                </p:oleObj>
              </mc:Choice>
              <mc:Fallback>
                <p:oleObj name="Equation" r:id="rId14" imgW="571320" imgH="2664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88B61311-39D1-43A6-87C0-655C7183F1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95800" y="1903413"/>
                        <a:ext cx="571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22A7630B-F0E8-4B03-AF2C-8F10B5B011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296644"/>
              </p:ext>
            </p:extLst>
          </p:nvPr>
        </p:nvGraphicFramePr>
        <p:xfrm>
          <a:off x="886875" y="2310897"/>
          <a:ext cx="223323" cy="264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7" name="Equation" r:id="rId16" imgW="171497" imgH="203295" progId="Equation.DSMT4">
                  <p:embed/>
                </p:oleObj>
              </mc:Choice>
              <mc:Fallback>
                <p:oleObj name="Equation" r:id="rId16" imgW="171497" imgH="203295" progId="Equation.DSMT4">
                  <p:embed/>
                  <p:pic>
                    <p:nvPicPr>
                      <p:cNvPr id="111" name="对象 110">
                        <a:extLst>
                          <a:ext uri="{FF2B5EF4-FFF2-40B4-BE49-F238E27FC236}">
                            <a16:creationId xmlns:a16="http://schemas.microsoft.com/office/drawing/2014/main" id="{CFB37D81-0857-4CF8-93DD-D901EB85A2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86875" y="2310897"/>
                        <a:ext cx="223323" cy="264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对象 114">
            <a:extLst>
              <a:ext uri="{FF2B5EF4-FFF2-40B4-BE49-F238E27FC236}">
                <a16:creationId xmlns:a16="http://schemas.microsoft.com/office/drawing/2014/main" id="{FCC3D777-A1DC-4F05-A0CF-FD4883DB9C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624086"/>
              </p:ext>
            </p:extLst>
          </p:nvPr>
        </p:nvGraphicFramePr>
        <p:xfrm>
          <a:off x="2628900" y="2315226"/>
          <a:ext cx="2222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8" name="Equation" r:id="rId18" imgW="222137" imgH="260285" progId="Equation.DSMT4">
                  <p:embed/>
                </p:oleObj>
              </mc:Choice>
              <mc:Fallback>
                <p:oleObj name="Equation" r:id="rId18" imgW="222137" imgH="26028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628900" y="2315226"/>
                        <a:ext cx="222250" cy="26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对象 115">
            <a:extLst>
              <a:ext uri="{FF2B5EF4-FFF2-40B4-BE49-F238E27FC236}">
                <a16:creationId xmlns:a16="http://schemas.microsoft.com/office/drawing/2014/main" id="{CD942E81-3001-47A6-B400-4D3F7721CE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379212"/>
              </p:ext>
            </p:extLst>
          </p:nvPr>
        </p:nvGraphicFramePr>
        <p:xfrm>
          <a:off x="4379912" y="2333729"/>
          <a:ext cx="2222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9" name="Equation" r:id="rId20" imgW="222137" imgH="260285" progId="Equation.DSMT4">
                  <p:embed/>
                </p:oleObj>
              </mc:Choice>
              <mc:Fallback>
                <p:oleObj name="Equation" r:id="rId20" imgW="222137" imgH="26028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379912" y="2333729"/>
                        <a:ext cx="222250" cy="26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对象 116">
            <a:extLst>
              <a:ext uri="{FF2B5EF4-FFF2-40B4-BE49-F238E27FC236}">
                <a16:creationId xmlns:a16="http://schemas.microsoft.com/office/drawing/2014/main" id="{1B20E205-9EF1-42A8-B99A-2AFC8E00BD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161031"/>
              </p:ext>
            </p:extLst>
          </p:nvPr>
        </p:nvGraphicFramePr>
        <p:xfrm>
          <a:off x="931862" y="1710822"/>
          <a:ext cx="16192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0" name="Equation" r:id="rId22" imgW="152280" imgH="228600" progId="Equation.DSMT4">
                  <p:embed/>
                </p:oleObj>
              </mc:Choice>
              <mc:Fallback>
                <p:oleObj name="Equation" r:id="rId22" imgW="152280" imgH="228600" progId="Equation.DSMT4">
                  <p:embed/>
                  <p:pic>
                    <p:nvPicPr>
                      <p:cNvPr id="176" name="对象 175">
                        <a:extLst>
                          <a:ext uri="{FF2B5EF4-FFF2-40B4-BE49-F238E27FC236}">
                            <a16:creationId xmlns:a16="http://schemas.microsoft.com/office/drawing/2014/main" id="{C153448C-0F28-43B2-B0D2-295C3CEE27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31862" y="1710822"/>
                        <a:ext cx="161925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对象 117">
            <a:extLst>
              <a:ext uri="{FF2B5EF4-FFF2-40B4-BE49-F238E27FC236}">
                <a16:creationId xmlns:a16="http://schemas.microsoft.com/office/drawing/2014/main" id="{79CB575F-DEE1-4E36-A7D7-1E68F118D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113342"/>
              </p:ext>
            </p:extLst>
          </p:nvPr>
        </p:nvGraphicFramePr>
        <p:xfrm>
          <a:off x="2636043" y="1693863"/>
          <a:ext cx="1587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1" name="Equation" r:id="rId24" imgW="158730" imgH="247526" progId="Equation.DSMT4">
                  <p:embed/>
                </p:oleObj>
              </mc:Choice>
              <mc:Fallback>
                <p:oleObj name="Equation" r:id="rId24" imgW="158730" imgH="24752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636043" y="1693863"/>
                        <a:ext cx="158750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对象 118">
            <a:extLst>
              <a:ext uri="{FF2B5EF4-FFF2-40B4-BE49-F238E27FC236}">
                <a16:creationId xmlns:a16="http://schemas.microsoft.com/office/drawing/2014/main" id="{54159DA7-530E-4BC9-93F3-C9058AF9B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105689"/>
              </p:ext>
            </p:extLst>
          </p:nvPr>
        </p:nvGraphicFramePr>
        <p:xfrm>
          <a:off x="4411662" y="1693863"/>
          <a:ext cx="1587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2" name="Equation" r:id="rId26" imgW="158730" imgH="247526" progId="Equation.DSMT4">
                  <p:embed/>
                </p:oleObj>
              </mc:Choice>
              <mc:Fallback>
                <p:oleObj name="Equation" r:id="rId26" imgW="158730" imgH="24752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411662" y="1693863"/>
                        <a:ext cx="158750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对象 119">
            <a:extLst>
              <a:ext uri="{FF2B5EF4-FFF2-40B4-BE49-F238E27FC236}">
                <a16:creationId xmlns:a16="http://schemas.microsoft.com/office/drawing/2014/main" id="{7CDCF070-0543-4436-BEC0-4933D9866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001557"/>
              </p:ext>
            </p:extLst>
          </p:nvPr>
        </p:nvGraphicFramePr>
        <p:xfrm>
          <a:off x="892175" y="2768600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3" name="Equation" r:id="rId28" imgW="698400" imgH="241200" progId="Equation.DSMT4">
                  <p:embed/>
                </p:oleObj>
              </mc:Choice>
              <mc:Fallback>
                <p:oleObj name="Equation" r:id="rId28" imgW="698400" imgH="2412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94E2FA8C-DB4D-4B72-8F84-9FB599E23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92175" y="2768600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对象 120">
            <a:extLst>
              <a:ext uri="{FF2B5EF4-FFF2-40B4-BE49-F238E27FC236}">
                <a16:creationId xmlns:a16="http://schemas.microsoft.com/office/drawing/2014/main" id="{5FE4D8CC-223C-4224-8F47-7A7AAF6A6A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645155"/>
              </p:ext>
            </p:extLst>
          </p:nvPr>
        </p:nvGraphicFramePr>
        <p:xfrm>
          <a:off x="2654300" y="2768600"/>
          <a:ext cx="685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4" name="Equation" r:id="rId30" imgW="685800" imgH="241200" progId="Equation.DSMT4">
                  <p:embed/>
                </p:oleObj>
              </mc:Choice>
              <mc:Fallback>
                <p:oleObj name="Equation" r:id="rId30" imgW="685800" imgH="2412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6BA3899-7652-4174-B56D-CF6232695B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654300" y="2768600"/>
                        <a:ext cx="685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对象 121">
            <a:extLst>
              <a:ext uri="{FF2B5EF4-FFF2-40B4-BE49-F238E27FC236}">
                <a16:creationId xmlns:a16="http://schemas.microsoft.com/office/drawing/2014/main" id="{B11D3616-E7D0-415F-8B86-F389E09920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057377"/>
              </p:ext>
            </p:extLst>
          </p:nvPr>
        </p:nvGraphicFramePr>
        <p:xfrm>
          <a:off x="4367213" y="2743200"/>
          <a:ext cx="74453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5" name="Equation" r:id="rId32" imgW="774360" imgH="266400" progId="Equation.DSMT4">
                  <p:embed/>
                </p:oleObj>
              </mc:Choice>
              <mc:Fallback>
                <p:oleObj name="Equation" r:id="rId32" imgW="774360" imgH="2664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88B61311-39D1-43A6-87C0-655C7183F1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367213" y="2743200"/>
                        <a:ext cx="744537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对象 122">
            <a:extLst>
              <a:ext uri="{FF2B5EF4-FFF2-40B4-BE49-F238E27FC236}">
                <a16:creationId xmlns:a16="http://schemas.microsoft.com/office/drawing/2014/main" id="{3332EED0-7F50-45D7-915A-3B6B50B92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517822"/>
              </p:ext>
            </p:extLst>
          </p:nvPr>
        </p:nvGraphicFramePr>
        <p:xfrm>
          <a:off x="1241425" y="2310897"/>
          <a:ext cx="463550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6" name="Equation" r:id="rId34" imgW="799920" imgH="253800" progId="Equation.DSMT4">
                  <p:embed/>
                </p:oleObj>
              </mc:Choice>
              <mc:Fallback>
                <p:oleObj name="Equation" r:id="rId34" imgW="799920" imgH="253800" progId="Equation.DSMT4">
                  <p:embed/>
                  <p:pic>
                    <p:nvPicPr>
                      <p:cNvPr id="161" name="对象 160">
                        <a:extLst>
                          <a:ext uri="{FF2B5EF4-FFF2-40B4-BE49-F238E27FC236}">
                            <a16:creationId xmlns:a16="http://schemas.microsoft.com/office/drawing/2014/main" id="{7173F0B0-B186-4FD8-A418-0E2AE76916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241425" y="2310897"/>
                        <a:ext cx="463550" cy="14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对象 123">
            <a:extLst>
              <a:ext uri="{FF2B5EF4-FFF2-40B4-BE49-F238E27FC236}">
                <a16:creationId xmlns:a16="http://schemas.microsoft.com/office/drawing/2014/main" id="{6CBCDC0C-15E4-48C8-AF0B-3F50C21F1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97260"/>
              </p:ext>
            </p:extLst>
          </p:nvPr>
        </p:nvGraphicFramePr>
        <p:xfrm>
          <a:off x="2991902" y="2303837"/>
          <a:ext cx="463550" cy="149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" name="Equation" r:id="rId36" imgW="787320" imgH="253800" progId="Equation.DSMT4">
                  <p:embed/>
                </p:oleObj>
              </mc:Choice>
              <mc:Fallback>
                <p:oleObj name="Equation" r:id="rId36" imgW="7873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991902" y="2303837"/>
                        <a:ext cx="463550" cy="149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对象 124">
            <a:extLst>
              <a:ext uri="{FF2B5EF4-FFF2-40B4-BE49-F238E27FC236}">
                <a16:creationId xmlns:a16="http://schemas.microsoft.com/office/drawing/2014/main" id="{89E2A149-FFCF-4479-B692-F13943DA07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629826"/>
              </p:ext>
            </p:extLst>
          </p:nvPr>
        </p:nvGraphicFramePr>
        <p:xfrm>
          <a:off x="4732854" y="2300869"/>
          <a:ext cx="463551" cy="147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8" name="Equation" r:id="rId38" imgW="876240" imgH="279360" progId="Equation.DSMT4">
                  <p:embed/>
                </p:oleObj>
              </mc:Choice>
              <mc:Fallback>
                <p:oleObj name="Equation" r:id="rId38" imgW="8762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732854" y="2300869"/>
                        <a:ext cx="463551" cy="147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>
            <a:extLst>
              <a:ext uri="{FF2B5EF4-FFF2-40B4-BE49-F238E27FC236}">
                <a16:creationId xmlns:a16="http://schemas.microsoft.com/office/drawing/2014/main" id="{EB32AF46-1767-47F7-87F7-1A8960602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689971"/>
              </p:ext>
            </p:extLst>
          </p:nvPr>
        </p:nvGraphicFramePr>
        <p:xfrm>
          <a:off x="1208881" y="2487760"/>
          <a:ext cx="573088" cy="14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9" name="Equation" r:id="rId40" imgW="990360" imgH="253800" progId="Equation.DSMT4">
                  <p:embed/>
                </p:oleObj>
              </mc:Choice>
              <mc:Fallback>
                <p:oleObj name="Equation" r:id="rId40" imgW="990360" imgH="253800" progId="Equation.DSMT4">
                  <p:embed/>
                  <p:pic>
                    <p:nvPicPr>
                      <p:cNvPr id="206" name="对象 205">
                        <a:extLst>
                          <a:ext uri="{FF2B5EF4-FFF2-40B4-BE49-F238E27FC236}">
                            <a16:creationId xmlns:a16="http://schemas.microsoft.com/office/drawing/2014/main" id="{60358981-33BC-4C03-8A84-E15626FAE6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208881" y="2487760"/>
                        <a:ext cx="573088" cy="14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对象 126">
            <a:extLst>
              <a:ext uri="{FF2B5EF4-FFF2-40B4-BE49-F238E27FC236}">
                <a16:creationId xmlns:a16="http://schemas.microsoft.com/office/drawing/2014/main" id="{295CD95A-6374-4AAC-9953-CC0DFF23EB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202050"/>
              </p:ext>
            </p:extLst>
          </p:nvPr>
        </p:nvGraphicFramePr>
        <p:xfrm>
          <a:off x="2958167" y="2494354"/>
          <a:ext cx="550069" cy="141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0" name="Equation" r:id="rId42" imgW="990360" imgH="253800" progId="Equation.DSMT4">
                  <p:embed/>
                </p:oleObj>
              </mc:Choice>
              <mc:Fallback>
                <p:oleObj name="Equation" r:id="rId42" imgW="9903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2958167" y="2494354"/>
                        <a:ext cx="550069" cy="1410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5EBC7DC8-547C-4DDD-8178-0646FF12E8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166563"/>
              </p:ext>
            </p:extLst>
          </p:nvPr>
        </p:nvGraphicFramePr>
        <p:xfrm>
          <a:off x="4684434" y="2480604"/>
          <a:ext cx="571500" cy="147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1" name="Equation" r:id="rId44" imgW="1079280" imgH="279360" progId="Equation.DSMT4">
                  <p:embed/>
                </p:oleObj>
              </mc:Choice>
              <mc:Fallback>
                <p:oleObj name="Equation" r:id="rId44" imgW="10792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684434" y="2480604"/>
                        <a:ext cx="571500" cy="147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FD2AB191-3E91-42A4-8B70-DE2934DB77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050156"/>
              </p:ext>
            </p:extLst>
          </p:nvPr>
        </p:nvGraphicFramePr>
        <p:xfrm>
          <a:off x="917575" y="3183735"/>
          <a:ext cx="673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2" name="Equation" r:id="rId46" imgW="672840" imgH="228600" progId="Equation.DSMT4">
                  <p:embed/>
                </p:oleObj>
              </mc:Choice>
              <mc:Fallback>
                <p:oleObj name="Equation" r:id="rId46" imgW="672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917575" y="3183735"/>
                        <a:ext cx="673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对象 129">
            <a:extLst>
              <a:ext uri="{FF2B5EF4-FFF2-40B4-BE49-F238E27FC236}">
                <a16:creationId xmlns:a16="http://schemas.microsoft.com/office/drawing/2014/main" id="{E7F2055E-44CF-493B-935C-D64165EA2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504046"/>
              </p:ext>
            </p:extLst>
          </p:nvPr>
        </p:nvGraphicFramePr>
        <p:xfrm>
          <a:off x="2692400" y="3184525"/>
          <a:ext cx="660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3" name="Equation" r:id="rId48" imgW="660240" imgH="228600" progId="Equation.DSMT4">
                  <p:embed/>
                </p:oleObj>
              </mc:Choice>
              <mc:Fallback>
                <p:oleObj name="Equation" r:id="rId48" imgW="660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2692400" y="3184525"/>
                        <a:ext cx="660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对象 130">
            <a:extLst>
              <a:ext uri="{FF2B5EF4-FFF2-40B4-BE49-F238E27FC236}">
                <a16:creationId xmlns:a16="http://schemas.microsoft.com/office/drawing/2014/main" id="{57971C36-4CCF-4B1C-9E42-E730D81694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00560"/>
              </p:ext>
            </p:extLst>
          </p:nvPr>
        </p:nvGraphicFramePr>
        <p:xfrm>
          <a:off x="4344988" y="3173413"/>
          <a:ext cx="825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4" name="Equation" r:id="rId50" imgW="825480" imgH="253800" progId="Equation.DSMT4">
                  <p:embed/>
                </p:oleObj>
              </mc:Choice>
              <mc:Fallback>
                <p:oleObj name="Equation" r:id="rId50" imgW="825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4344988" y="3173413"/>
                        <a:ext cx="825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对象 131">
            <a:extLst>
              <a:ext uri="{FF2B5EF4-FFF2-40B4-BE49-F238E27FC236}">
                <a16:creationId xmlns:a16="http://schemas.microsoft.com/office/drawing/2014/main" id="{AEFE5915-5B6D-47A3-B252-318F0605E1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80607"/>
              </p:ext>
            </p:extLst>
          </p:nvPr>
        </p:nvGraphicFramePr>
        <p:xfrm>
          <a:off x="727869" y="3488576"/>
          <a:ext cx="1054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5" name="Equation" r:id="rId52" imgW="1054080" imgH="228600" progId="Equation.DSMT4">
                  <p:embed/>
                </p:oleObj>
              </mc:Choice>
              <mc:Fallback>
                <p:oleObj name="Equation" r:id="rId52" imgW="1054080" imgH="2286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FD2AB191-3E91-42A4-8B70-DE2934DB77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727869" y="3488576"/>
                        <a:ext cx="1054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对象 134">
            <a:extLst>
              <a:ext uri="{FF2B5EF4-FFF2-40B4-BE49-F238E27FC236}">
                <a16:creationId xmlns:a16="http://schemas.microsoft.com/office/drawing/2014/main" id="{ED1DB702-3595-4663-A863-020C05F95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647446"/>
              </p:ext>
            </p:extLst>
          </p:nvPr>
        </p:nvGraphicFramePr>
        <p:xfrm>
          <a:off x="2527300" y="3484563"/>
          <a:ext cx="1041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6" name="Equation" r:id="rId54" imgW="1041120" imgH="228600" progId="Equation.DSMT4">
                  <p:embed/>
                </p:oleObj>
              </mc:Choice>
              <mc:Fallback>
                <p:oleObj name="Equation" r:id="rId54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2527300" y="3484563"/>
                        <a:ext cx="1041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对象 135">
            <a:extLst>
              <a:ext uri="{FF2B5EF4-FFF2-40B4-BE49-F238E27FC236}">
                <a16:creationId xmlns:a16="http://schemas.microsoft.com/office/drawing/2014/main" id="{C9DBA140-62C2-48E2-875C-49E37C2A8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69155"/>
              </p:ext>
            </p:extLst>
          </p:nvPr>
        </p:nvGraphicFramePr>
        <p:xfrm>
          <a:off x="4178300" y="3468688"/>
          <a:ext cx="1206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7" name="Equation" r:id="rId56" imgW="1206360" imgH="253800" progId="Equation.DSMT4">
                  <p:embed/>
                </p:oleObj>
              </mc:Choice>
              <mc:Fallback>
                <p:oleObj name="Equation" r:id="rId56" imgW="12063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4178300" y="3468688"/>
                        <a:ext cx="1206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对象 136">
            <a:extLst>
              <a:ext uri="{FF2B5EF4-FFF2-40B4-BE49-F238E27FC236}">
                <a16:creationId xmlns:a16="http://schemas.microsoft.com/office/drawing/2014/main" id="{DE3840EC-F5CC-4A7D-89F8-0C4DA4B08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818044"/>
              </p:ext>
            </p:extLst>
          </p:nvPr>
        </p:nvGraphicFramePr>
        <p:xfrm>
          <a:off x="5876925" y="3183735"/>
          <a:ext cx="977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8" name="Equation" r:id="rId58" imgW="977760" imgH="228600" progId="Equation.DSMT4">
                  <p:embed/>
                </p:oleObj>
              </mc:Choice>
              <mc:Fallback>
                <p:oleObj name="Equation" r:id="rId58" imgW="977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5876925" y="3183735"/>
                        <a:ext cx="977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" name="对象 139">
            <a:extLst>
              <a:ext uri="{FF2B5EF4-FFF2-40B4-BE49-F238E27FC236}">
                <a16:creationId xmlns:a16="http://schemas.microsoft.com/office/drawing/2014/main" id="{5478DE58-976A-461D-BAA8-831D17D67F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424982"/>
              </p:ext>
            </p:extLst>
          </p:nvPr>
        </p:nvGraphicFramePr>
        <p:xfrm>
          <a:off x="5876925" y="3475127"/>
          <a:ext cx="1117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9" name="Equation" r:id="rId60" imgW="1117440" imgH="241200" progId="Equation.DSMT4">
                  <p:embed/>
                </p:oleObj>
              </mc:Choice>
              <mc:Fallback>
                <p:oleObj name="Equation" r:id="rId60" imgW="1117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5876925" y="3475127"/>
                        <a:ext cx="1117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939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图片 67">
            <a:extLst>
              <a:ext uri="{FF2B5EF4-FFF2-40B4-BE49-F238E27FC236}">
                <a16:creationId xmlns:a16="http://schemas.microsoft.com/office/drawing/2014/main" id="{37E81887-DD48-48F3-B119-CC5B7BE3D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20" y="1377951"/>
            <a:ext cx="6456068" cy="1944635"/>
          </a:xfrm>
          <a:prstGeom prst="rect">
            <a:avLst/>
          </a:prstGeom>
        </p:spPr>
      </p:pic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27695C73-8ADD-4F83-9C33-0E7EC2E130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373688"/>
              </p:ext>
            </p:extLst>
          </p:nvPr>
        </p:nvGraphicFramePr>
        <p:xfrm>
          <a:off x="879475" y="1427163"/>
          <a:ext cx="711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name="Equation" r:id="rId4" imgW="711000" imgH="241200" progId="Equation.DSMT4">
                  <p:embed/>
                </p:oleObj>
              </mc:Choice>
              <mc:Fallback>
                <p:oleObj name="Equation" r:id="rId4" imgW="711000" imgH="2412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94E2FA8C-DB4D-4B72-8F84-9FB599E23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9475" y="1427163"/>
                        <a:ext cx="711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31C0C32A-FD3E-458C-BE3A-D8380E5103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712607"/>
              </p:ext>
            </p:extLst>
          </p:nvPr>
        </p:nvGraphicFramePr>
        <p:xfrm>
          <a:off x="2639218" y="1423988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1" name="Equation" r:id="rId6" imgW="698400" imgH="241200" progId="Equation.DSMT4">
                  <p:embed/>
                </p:oleObj>
              </mc:Choice>
              <mc:Fallback>
                <p:oleObj name="Equation" r:id="rId6" imgW="698400" imgH="2412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6BA3899-7652-4174-B56D-CF6232695B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39218" y="1423988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CAB2D5E4-1B21-4B68-84B5-54C7DEA2F2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280507"/>
              </p:ext>
            </p:extLst>
          </p:nvPr>
        </p:nvGraphicFramePr>
        <p:xfrm>
          <a:off x="4354512" y="1401763"/>
          <a:ext cx="757239" cy="256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Equation" r:id="rId8" imgW="787320" imgH="266400" progId="Equation.DSMT4">
                  <p:embed/>
                </p:oleObj>
              </mc:Choice>
              <mc:Fallback>
                <p:oleObj name="Equation" r:id="rId8" imgW="787320" imgH="2664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88B61311-39D1-43A6-87C0-655C7183F1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54512" y="1401763"/>
                        <a:ext cx="757239" cy="256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B611747F-9FE4-4C89-A317-3F9E93E063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888329"/>
              </p:ext>
            </p:extLst>
          </p:nvPr>
        </p:nvGraphicFramePr>
        <p:xfrm>
          <a:off x="987425" y="1903413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" name="Equation" r:id="rId10" imgW="495000" imgH="241200" progId="Equation.DSMT4">
                  <p:embed/>
                </p:oleObj>
              </mc:Choice>
              <mc:Fallback>
                <p:oleObj name="Equation" r:id="rId10" imgW="495000" imgH="241200" progId="Equation.DSMT4">
                  <p:embed/>
                  <p:pic>
                    <p:nvPicPr>
                      <p:cNvPr id="111" name="对象 110">
                        <a:extLst>
                          <a:ext uri="{FF2B5EF4-FFF2-40B4-BE49-F238E27FC236}">
                            <a16:creationId xmlns:a16="http://schemas.microsoft.com/office/drawing/2014/main" id="{EA5D2C3D-8D22-486C-BD59-D35B092B4F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7425" y="1903413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686D39C5-CBDE-403C-9779-9D48C6B191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002958"/>
              </p:ext>
            </p:extLst>
          </p:nvPr>
        </p:nvGraphicFramePr>
        <p:xfrm>
          <a:off x="2740819" y="1903413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4" name="Equation" r:id="rId12" imgW="495000" imgH="241200" progId="Equation.DSMT4">
                  <p:embed/>
                </p:oleObj>
              </mc:Choice>
              <mc:Fallback>
                <p:oleObj name="Equation" r:id="rId12" imgW="495000" imgH="241200" progId="Equation.DSMT4">
                  <p:embed/>
                  <p:pic>
                    <p:nvPicPr>
                      <p:cNvPr id="112" name="对象 111">
                        <a:extLst>
                          <a:ext uri="{FF2B5EF4-FFF2-40B4-BE49-F238E27FC236}">
                            <a16:creationId xmlns:a16="http://schemas.microsoft.com/office/drawing/2014/main" id="{A98332AD-C315-4658-8799-CD29578F1F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40819" y="1903413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62801BC8-830D-48F8-B8EB-6DC29D6C10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354649"/>
              </p:ext>
            </p:extLst>
          </p:nvPr>
        </p:nvGraphicFramePr>
        <p:xfrm>
          <a:off x="4470400" y="1878013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5" name="Equation" r:id="rId14" imgW="571320" imgH="266400" progId="Equation.DSMT4">
                  <p:embed/>
                </p:oleObj>
              </mc:Choice>
              <mc:Fallback>
                <p:oleObj name="Equation" r:id="rId14" imgW="571320" imgH="266400" progId="Equation.DSMT4">
                  <p:embed/>
                  <p:pic>
                    <p:nvPicPr>
                      <p:cNvPr id="113" name="对象 112">
                        <a:extLst>
                          <a:ext uri="{FF2B5EF4-FFF2-40B4-BE49-F238E27FC236}">
                            <a16:creationId xmlns:a16="http://schemas.microsoft.com/office/drawing/2014/main" id="{F5955489-5965-4597-A6B7-AE82ABBB58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70400" y="1878013"/>
                        <a:ext cx="571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对象 74">
            <a:extLst>
              <a:ext uri="{FF2B5EF4-FFF2-40B4-BE49-F238E27FC236}">
                <a16:creationId xmlns:a16="http://schemas.microsoft.com/office/drawing/2014/main" id="{4C5AED00-4BE3-45D8-94C2-E201FF9D91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285370"/>
              </p:ext>
            </p:extLst>
          </p:nvPr>
        </p:nvGraphicFramePr>
        <p:xfrm>
          <a:off x="1122362" y="1630363"/>
          <a:ext cx="16192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6" name="Equation" r:id="rId16" imgW="152280" imgH="228600" progId="Equation.DSMT4">
                  <p:embed/>
                </p:oleObj>
              </mc:Choice>
              <mc:Fallback>
                <p:oleObj name="Equation" r:id="rId16" imgW="152280" imgH="228600" progId="Equation.DSMT4">
                  <p:embed/>
                  <p:pic>
                    <p:nvPicPr>
                      <p:cNvPr id="117" name="对象 116">
                        <a:extLst>
                          <a:ext uri="{FF2B5EF4-FFF2-40B4-BE49-F238E27FC236}">
                            <a16:creationId xmlns:a16="http://schemas.microsoft.com/office/drawing/2014/main" id="{1B20E205-9EF1-42A8-B99A-2AFC8E00B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22362" y="1630363"/>
                        <a:ext cx="161925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AF2A2E88-A50A-4963-B521-1D93D693AA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025212"/>
              </p:ext>
            </p:extLst>
          </p:nvPr>
        </p:nvGraphicFramePr>
        <p:xfrm>
          <a:off x="2877344" y="1630363"/>
          <a:ext cx="1587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7" name="Equation" r:id="rId18" imgW="158730" imgH="247526" progId="Equation.DSMT4">
                  <p:embed/>
                </p:oleObj>
              </mc:Choice>
              <mc:Fallback>
                <p:oleObj name="Equation" r:id="rId18" imgW="158730" imgH="247526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79CB575F-DEE1-4E36-A7D7-1E68F118DB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877344" y="1630363"/>
                        <a:ext cx="158750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对象 76">
            <a:extLst>
              <a:ext uri="{FF2B5EF4-FFF2-40B4-BE49-F238E27FC236}">
                <a16:creationId xmlns:a16="http://schemas.microsoft.com/office/drawing/2014/main" id="{01EE46A9-88A4-4736-970E-323E0D454D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134117"/>
              </p:ext>
            </p:extLst>
          </p:nvPr>
        </p:nvGraphicFramePr>
        <p:xfrm>
          <a:off x="4624387" y="1644305"/>
          <a:ext cx="1587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8" name="Equation" r:id="rId20" imgW="158730" imgH="247526" progId="Equation.DSMT4">
                  <p:embed/>
                </p:oleObj>
              </mc:Choice>
              <mc:Fallback>
                <p:oleObj name="Equation" r:id="rId20" imgW="158730" imgH="247526" progId="Equation.DSMT4">
                  <p:embed/>
                  <p:pic>
                    <p:nvPicPr>
                      <p:cNvPr id="119" name="对象 118">
                        <a:extLst>
                          <a:ext uri="{FF2B5EF4-FFF2-40B4-BE49-F238E27FC236}">
                            <a16:creationId xmlns:a16="http://schemas.microsoft.com/office/drawing/2014/main" id="{54159DA7-530E-4BC9-93F3-C9058AF9B4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24387" y="1644305"/>
                        <a:ext cx="158750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AA7BB183-09EC-4EFA-9DA9-3687B97A59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751917"/>
              </p:ext>
            </p:extLst>
          </p:nvPr>
        </p:nvGraphicFramePr>
        <p:xfrm>
          <a:off x="879475" y="2452662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9" name="Equation" r:id="rId22" imgW="698400" imgH="241200" progId="Equation.DSMT4">
                  <p:embed/>
                </p:oleObj>
              </mc:Choice>
              <mc:Fallback>
                <p:oleObj name="Equation" r:id="rId22" imgW="698400" imgH="241200" progId="Equation.DSMT4">
                  <p:embed/>
                  <p:pic>
                    <p:nvPicPr>
                      <p:cNvPr id="120" name="对象 119">
                        <a:extLst>
                          <a:ext uri="{FF2B5EF4-FFF2-40B4-BE49-F238E27FC236}">
                            <a16:creationId xmlns:a16="http://schemas.microsoft.com/office/drawing/2014/main" id="{7CDCF070-0543-4436-BEC0-4933D9866D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79475" y="2452662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7514AD40-AED7-4A24-861E-D3B6D613B2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488241"/>
              </p:ext>
            </p:extLst>
          </p:nvPr>
        </p:nvGraphicFramePr>
        <p:xfrm>
          <a:off x="2641600" y="2452662"/>
          <a:ext cx="685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0" name="Equation" r:id="rId24" imgW="685800" imgH="241200" progId="Equation.DSMT4">
                  <p:embed/>
                </p:oleObj>
              </mc:Choice>
              <mc:Fallback>
                <p:oleObj name="Equation" r:id="rId24" imgW="685800" imgH="241200" progId="Equation.DSMT4">
                  <p:embed/>
                  <p:pic>
                    <p:nvPicPr>
                      <p:cNvPr id="121" name="对象 120">
                        <a:extLst>
                          <a:ext uri="{FF2B5EF4-FFF2-40B4-BE49-F238E27FC236}">
                            <a16:creationId xmlns:a16="http://schemas.microsoft.com/office/drawing/2014/main" id="{5FE4D8CC-223C-4224-8F47-7A7AAF6A6A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641600" y="2452662"/>
                        <a:ext cx="685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DFFA82A0-2ACB-4830-986A-02283299FD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437755"/>
              </p:ext>
            </p:extLst>
          </p:nvPr>
        </p:nvGraphicFramePr>
        <p:xfrm>
          <a:off x="4367214" y="2436787"/>
          <a:ext cx="74453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1" name="Equation" r:id="rId26" imgW="774360" imgH="266400" progId="Equation.DSMT4">
                  <p:embed/>
                </p:oleObj>
              </mc:Choice>
              <mc:Fallback>
                <p:oleObj name="Equation" r:id="rId26" imgW="774360" imgH="266400" progId="Equation.DSMT4">
                  <p:embed/>
                  <p:pic>
                    <p:nvPicPr>
                      <p:cNvPr id="122" name="对象 121">
                        <a:extLst>
                          <a:ext uri="{FF2B5EF4-FFF2-40B4-BE49-F238E27FC236}">
                            <a16:creationId xmlns:a16="http://schemas.microsoft.com/office/drawing/2014/main" id="{B11D3616-E7D0-415F-8B86-F389E09920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367214" y="2436787"/>
                        <a:ext cx="744537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>
            <a:extLst>
              <a:ext uri="{FF2B5EF4-FFF2-40B4-BE49-F238E27FC236}">
                <a16:creationId xmlns:a16="http://schemas.microsoft.com/office/drawing/2014/main" id="{368EE626-E4EA-48C3-A368-7A26862405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388490"/>
              </p:ext>
            </p:extLst>
          </p:nvPr>
        </p:nvGraphicFramePr>
        <p:xfrm>
          <a:off x="1112646" y="2172108"/>
          <a:ext cx="223323" cy="264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Equation" r:id="rId28" imgW="171497" imgH="203295" progId="Equation.DSMT4">
                  <p:embed/>
                </p:oleObj>
              </mc:Choice>
              <mc:Fallback>
                <p:oleObj name="Equation" r:id="rId28" imgW="171497" imgH="203295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22A7630B-F0E8-4B03-AF2C-8F10B5B011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112646" y="2172108"/>
                        <a:ext cx="223323" cy="264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407A5962-4A7F-4832-A048-BB9504F94A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099696"/>
              </p:ext>
            </p:extLst>
          </p:nvPr>
        </p:nvGraphicFramePr>
        <p:xfrm>
          <a:off x="2854671" y="2176437"/>
          <a:ext cx="2222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Equation" r:id="rId30" imgW="222137" imgH="260285" progId="Equation.DSMT4">
                  <p:embed/>
                </p:oleObj>
              </mc:Choice>
              <mc:Fallback>
                <p:oleObj name="Equation" r:id="rId30" imgW="222137" imgH="260285" progId="Equation.DSMT4">
                  <p:embed/>
                  <p:pic>
                    <p:nvPicPr>
                      <p:cNvPr id="115" name="对象 114">
                        <a:extLst>
                          <a:ext uri="{FF2B5EF4-FFF2-40B4-BE49-F238E27FC236}">
                            <a16:creationId xmlns:a16="http://schemas.microsoft.com/office/drawing/2014/main" id="{FCC3D777-A1DC-4F05-A0CF-FD4883DB9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854671" y="2176437"/>
                        <a:ext cx="222250" cy="26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82">
            <a:extLst>
              <a:ext uri="{FF2B5EF4-FFF2-40B4-BE49-F238E27FC236}">
                <a16:creationId xmlns:a16="http://schemas.microsoft.com/office/drawing/2014/main" id="{CB6530F7-48D0-49E7-9453-3A5D8637F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926691"/>
              </p:ext>
            </p:extLst>
          </p:nvPr>
        </p:nvGraphicFramePr>
        <p:xfrm>
          <a:off x="4605683" y="2194940"/>
          <a:ext cx="2222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name="Equation" r:id="rId32" imgW="222137" imgH="260285" progId="Equation.DSMT4">
                  <p:embed/>
                </p:oleObj>
              </mc:Choice>
              <mc:Fallback>
                <p:oleObj name="Equation" r:id="rId32" imgW="222137" imgH="260285" progId="Equation.DSMT4">
                  <p:embed/>
                  <p:pic>
                    <p:nvPicPr>
                      <p:cNvPr id="116" name="对象 115">
                        <a:extLst>
                          <a:ext uri="{FF2B5EF4-FFF2-40B4-BE49-F238E27FC236}">
                            <a16:creationId xmlns:a16="http://schemas.microsoft.com/office/drawing/2014/main" id="{CD942E81-3001-47A6-B400-4D3F7721CE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605683" y="2194940"/>
                        <a:ext cx="222250" cy="26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>
            <a:extLst>
              <a:ext uri="{FF2B5EF4-FFF2-40B4-BE49-F238E27FC236}">
                <a16:creationId xmlns:a16="http://schemas.microsoft.com/office/drawing/2014/main" id="{DC9929E2-6725-4051-AE89-1BA17CA4DA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469882"/>
              </p:ext>
            </p:extLst>
          </p:nvPr>
        </p:nvGraphicFramePr>
        <p:xfrm>
          <a:off x="892175" y="2800923"/>
          <a:ext cx="673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5" name="Equation" r:id="rId34" imgW="672840" imgH="228600" progId="Equation.DSMT4">
                  <p:embed/>
                </p:oleObj>
              </mc:Choice>
              <mc:Fallback>
                <p:oleObj name="Equation" r:id="rId34" imgW="672840" imgH="2286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FD2AB191-3E91-42A4-8B70-DE2934DB77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92175" y="2800923"/>
                        <a:ext cx="673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9828D9CF-C3BC-4CC5-BAD5-980842A9FC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662794"/>
              </p:ext>
            </p:extLst>
          </p:nvPr>
        </p:nvGraphicFramePr>
        <p:xfrm>
          <a:off x="2667000" y="2801713"/>
          <a:ext cx="660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6" name="Equation" r:id="rId36" imgW="660240" imgH="228600" progId="Equation.DSMT4">
                  <p:embed/>
                </p:oleObj>
              </mc:Choice>
              <mc:Fallback>
                <p:oleObj name="Equation" r:id="rId36" imgW="660240" imgH="228600" progId="Equation.DSMT4">
                  <p:embed/>
                  <p:pic>
                    <p:nvPicPr>
                      <p:cNvPr id="130" name="对象 129">
                        <a:extLst>
                          <a:ext uri="{FF2B5EF4-FFF2-40B4-BE49-F238E27FC236}">
                            <a16:creationId xmlns:a16="http://schemas.microsoft.com/office/drawing/2014/main" id="{E7F2055E-44CF-493B-935C-D64165EA2B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667000" y="2801713"/>
                        <a:ext cx="660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E927B2E1-951E-4FF6-A91C-B80B31AC8D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041215"/>
              </p:ext>
            </p:extLst>
          </p:nvPr>
        </p:nvGraphicFramePr>
        <p:xfrm>
          <a:off x="4319588" y="2790601"/>
          <a:ext cx="825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name="Equation" r:id="rId38" imgW="825480" imgH="253800" progId="Equation.DSMT4">
                  <p:embed/>
                </p:oleObj>
              </mc:Choice>
              <mc:Fallback>
                <p:oleObj name="Equation" r:id="rId38" imgW="825480" imgH="253800" progId="Equation.DSMT4">
                  <p:embed/>
                  <p:pic>
                    <p:nvPicPr>
                      <p:cNvPr id="131" name="对象 130">
                        <a:extLst>
                          <a:ext uri="{FF2B5EF4-FFF2-40B4-BE49-F238E27FC236}">
                            <a16:creationId xmlns:a16="http://schemas.microsoft.com/office/drawing/2014/main" id="{57971C36-4CCF-4B1C-9E42-E730D81694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319588" y="2790601"/>
                        <a:ext cx="825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对象 92">
            <a:extLst>
              <a:ext uri="{FF2B5EF4-FFF2-40B4-BE49-F238E27FC236}">
                <a16:creationId xmlns:a16="http://schemas.microsoft.com/office/drawing/2014/main" id="{FDC5DDB4-B372-4F8C-A556-2AF7E24F9E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586714"/>
              </p:ext>
            </p:extLst>
          </p:nvPr>
        </p:nvGraphicFramePr>
        <p:xfrm>
          <a:off x="900113" y="3105150"/>
          <a:ext cx="660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8" name="Equation" r:id="rId40" imgW="660240" imgH="228600" progId="Equation.DSMT4">
                  <p:embed/>
                </p:oleObj>
              </mc:Choice>
              <mc:Fallback>
                <p:oleObj name="Equation" r:id="rId40" imgW="660240" imgH="228600" progId="Equation.DSMT4">
                  <p:embed/>
                  <p:pic>
                    <p:nvPicPr>
                      <p:cNvPr id="132" name="对象 131">
                        <a:extLst>
                          <a:ext uri="{FF2B5EF4-FFF2-40B4-BE49-F238E27FC236}">
                            <a16:creationId xmlns:a16="http://schemas.microsoft.com/office/drawing/2014/main" id="{AEFE5915-5B6D-47A3-B252-318F0605E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900113" y="3105150"/>
                        <a:ext cx="660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对象 93">
            <a:extLst>
              <a:ext uri="{FF2B5EF4-FFF2-40B4-BE49-F238E27FC236}">
                <a16:creationId xmlns:a16="http://schemas.microsoft.com/office/drawing/2014/main" id="{6333945B-7B33-4D89-A133-51C42DDB95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79351"/>
              </p:ext>
            </p:extLst>
          </p:nvPr>
        </p:nvGraphicFramePr>
        <p:xfrm>
          <a:off x="2698750" y="3101975"/>
          <a:ext cx="647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9" name="Equation" r:id="rId42" imgW="647640" imgH="228600" progId="Equation.DSMT4">
                  <p:embed/>
                </p:oleObj>
              </mc:Choice>
              <mc:Fallback>
                <p:oleObj name="Equation" r:id="rId42" imgW="647640" imgH="228600" progId="Equation.DSMT4">
                  <p:embed/>
                  <p:pic>
                    <p:nvPicPr>
                      <p:cNvPr id="135" name="对象 134">
                        <a:extLst>
                          <a:ext uri="{FF2B5EF4-FFF2-40B4-BE49-F238E27FC236}">
                            <a16:creationId xmlns:a16="http://schemas.microsoft.com/office/drawing/2014/main" id="{ED1DB702-3595-4663-A863-020C05F952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2698750" y="3101975"/>
                        <a:ext cx="647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F10821ED-0442-4D4A-BD54-862CD94B7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541901"/>
              </p:ext>
            </p:extLst>
          </p:nvPr>
        </p:nvGraphicFramePr>
        <p:xfrm>
          <a:off x="4349750" y="3086100"/>
          <a:ext cx="812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0" name="Equation" r:id="rId44" imgW="812520" imgH="253800" progId="Equation.DSMT4">
                  <p:embed/>
                </p:oleObj>
              </mc:Choice>
              <mc:Fallback>
                <p:oleObj name="Equation" r:id="rId44" imgW="812520" imgH="253800" progId="Equation.DSMT4">
                  <p:embed/>
                  <p:pic>
                    <p:nvPicPr>
                      <p:cNvPr id="136" name="对象 135">
                        <a:extLst>
                          <a:ext uri="{FF2B5EF4-FFF2-40B4-BE49-F238E27FC236}">
                            <a16:creationId xmlns:a16="http://schemas.microsoft.com/office/drawing/2014/main" id="{C9DBA140-62C2-48E2-875C-49E37C2A8D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349750" y="3086100"/>
                        <a:ext cx="812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对象 95">
            <a:extLst>
              <a:ext uri="{FF2B5EF4-FFF2-40B4-BE49-F238E27FC236}">
                <a16:creationId xmlns:a16="http://schemas.microsoft.com/office/drawing/2014/main" id="{45512192-EF3A-4793-9EE7-3071E31B40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959899"/>
              </p:ext>
            </p:extLst>
          </p:nvPr>
        </p:nvGraphicFramePr>
        <p:xfrm>
          <a:off x="5851525" y="2800923"/>
          <a:ext cx="977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1" name="Equation" r:id="rId46" imgW="977760" imgH="228600" progId="Equation.DSMT4">
                  <p:embed/>
                </p:oleObj>
              </mc:Choice>
              <mc:Fallback>
                <p:oleObj name="Equation" r:id="rId46" imgW="977760" imgH="228600" progId="Equation.DSMT4">
                  <p:embed/>
                  <p:pic>
                    <p:nvPicPr>
                      <p:cNvPr id="137" name="对象 136">
                        <a:extLst>
                          <a:ext uri="{FF2B5EF4-FFF2-40B4-BE49-F238E27FC236}">
                            <a16:creationId xmlns:a16="http://schemas.microsoft.com/office/drawing/2014/main" id="{DE3840EC-F5CC-4A7D-89F8-0C4DA4B08A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5851525" y="2800923"/>
                        <a:ext cx="977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7DFC496C-DA09-485B-B316-5BC4C9EAAC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154421"/>
              </p:ext>
            </p:extLst>
          </p:nvPr>
        </p:nvGraphicFramePr>
        <p:xfrm>
          <a:off x="5807075" y="3092450"/>
          <a:ext cx="1206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2" name="Equation" r:id="rId48" imgW="1206360" imgH="241200" progId="Equation.DSMT4">
                  <p:embed/>
                </p:oleObj>
              </mc:Choice>
              <mc:Fallback>
                <p:oleObj name="Equation" r:id="rId48" imgW="1206360" imgH="241200" progId="Equation.DSMT4">
                  <p:embed/>
                  <p:pic>
                    <p:nvPicPr>
                      <p:cNvPr id="140" name="对象 139">
                        <a:extLst>
                          <a:ext uri="{FF2B5EF4-FFF2-40B4-BE49-F238E27FC236}">
                            <a16:creationId xmlns:a16="http://schemas.microsoft.com/office/drawing/2014/main" id="{5478DE58-976A-461D-BAA8-831D17D67F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807075" y="3092450"/>
                        <a:ext cx="1206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981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5745</TotalTime>
  <Words>74</Words>
  <Application>Microsoft Office PowerPoint</Application>
  <PresentationFormat>宽屏</PresentationFormat>
  <Paragraphs>74</Paragraphs>
  <Slides>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等线 Light</vt:lpstr>
      <vt:lpstr>Arial</vt:lpstr>
      <vt:lpstr>Times New Roman</vt:lpstr>
      <vt:lpstr>Office 主题​​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Hiroaki Dann</dc:creator>
  <cp:lastModifiedBy>Hiroaki Dann</cp:lastModifiedBy>
  <cp:revision>101</cp:revision>
  <dcterms:created xsi:type="dcterms:W3CDTF">2025-01-28T17:19:20Z</dcterms:created>
  <dcterms:modified xsi:type="dcterms:W3CDTF">2025-05-22T17:56:30Z</dcterms:modified>
</cp:coreProperties>
</file>